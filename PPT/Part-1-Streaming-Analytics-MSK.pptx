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9C492-313E-42EA-95C5-35169FC09350}" v="2" dt="2026-09-15T19:01:51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nayak" userId="335f63fe9b7688ce" providerId="LiveId" clId="{CBEC0FC1-7493-40C3-9D22-C412FCBEBCB3}"/>
    <pc:docChg chg="undo custSel modSld">
      <pc:chgData name="rushikesh nayak" userId="335f63fe9b7688ce" providerId="LiveId" clId="{CBEC0FC1-7493-40C3-9D22-C412FCBEBCB3}" dt="2026-09-15T19:01:51.394" v="71"/>
      <pc:docMkLst>
        <pc:docMk/>
      </pc:docMkLst>
      <pc:sldChg chg="modSp">
        <pc:chgData name="rushikesh nayak" userId="335f63fe9b7688ce" providerId="LiveId" clId="{CBEC0FC1-7493-40C3-9D22-C412FCBEBCB3}" dt="2026-09-15T19:01:51.394" v="71"/>
        <pc:sldMkLst>
          <pc:docMk/>
          <pc:sldMk cId="0" sldId="256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57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57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5:24.760" v="3" actId="255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58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58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5:42.109" v="10" actId="255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59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59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6:04.134" v="20" actId="255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60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0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6:23.554" v="30" actId="255"/>
          <ac:spMkLst>
            <pc:docMk/>
            <pc:sldMk cId="0" sldId="260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61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1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6:43.679" v="38" actId="255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62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2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7:07.278" v="50" actId="255"/>
          <ac:spMkLst>
            <pc:docMk/>
            <pc:sldMk cId="0" sldId="262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63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3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7:21.107" v="54" actId="255"/>
          <ac:spMkLst>
            <pc:docMk/>
            <pc:sldMk cId="0" sldId="263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64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4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7:36.118" v="62" actId="255"/>
          <ac:spMkLst>
            <pc:docMk/>
            <pc:sldMk cId="0" sldId="264"/>
            <ac:spMk id="5" creationId="{00000000-0000-0000-0000-000000000000}"/>
          </ac:spMkLst>
        </pc:spChg>
      </pc:sldChg>
      <pc:sldChg chg="delSp modSp mod">
        <pc:chgData name="rushikesh nayak" userId="335f63fe9b7688ce" providerId="LiveId" clId="{CBEC0FC1-7493-40C3-9D22-C412FCBEBCB3}" dt="2026-09-15T19:01:51.394" v="71"/>
        <pc:sldMkLst>
          <pc:docMk/>
          <pc:sldMk cId="0" sldId="265"/>
        </pc:sldMkLst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5"/>
            <ac:spMk id="2" creationId="{00000000-0000-0000-0000-000000000000}"/>
          </ac:spMkLst>
        </pc:spChg>
        <pc:spChg chg="mod">
          <ac:chgData name="rushikesh nayak" userId="335f63fe9b7688ce" providerId="LiveId" clId="{CBEC0FC1-7493-40C3-9D22-C412FCBEBCB3}" dt="2026-09-15T19:01:51.394" v="71"/>
          <ac:spMkLst>
            <pc:docMk/>
            <pc:sldMk cId="0" sldId="265"/>
            <ac:spMk id="3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7:50.896" v="70" actId="255"/>
          <ac:spMkLst>
            <pc:docMk/>
            <pc:sldMk cId="0" sldId="265"/>
            <ac:spMk id="5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7:43.361" v="69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rushikesh nayak" userId="335f63fe9b7688ce" providerId="LiveId" clId="{CBEC0FC1-7493-40C3-9D22-C412FCBEBCB3}" dt="2026-09-01T23:47:41.411" v="68" actId="20577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72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52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7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6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07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8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35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10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0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4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47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78058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99351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04543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32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21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39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952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52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8512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15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9445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3053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0911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22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095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434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1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5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F3754"/>
                </a:solidFill>
                <a:latin typeface="Aptos"/>
              </a:rPr>
              <a:t>AWS Machine Learning Engineer – Associate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32323"/>
                </a:solidFill>
                <a:latin typeface="Aptos"/>
              </a:rPr>
              <a:t>Streaming Analytics and Amazon MSK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788920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4472C4"/>
                </a:solidFill>
                <a:latin typeface="Aptos"/>
              </a:rPr>
              <a:t>week 4</a:t>
            </a:r>
            <a:endParaRPr sz="2000" b="1" dirty="0">
              <a:solidFill>
                <a:srgbClr val="4472C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3456432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5C5C"/>
                </a:solidFill>
                <a:latin typeface="Aptos"/>
              </a:rPr>
              <a:t>Further topics from the AWS course: stream processing, Apache Flink, anomaly detection, and managed Apache Kafka.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7091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Professor: Victor Govindaswamy</a:t>
            </a:r>
            <a:br/>
            <a:r>
              <a:t>Presented by: Rushikesh Nayak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Kinesis Data Analytics: Processing Streaming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Kinesis Data Analytics is presented in the course as a way to query and process continuously arriving streams of data.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SQL application model can read from input streams, process the records with SQL-style logic, and create output streams.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 simple example is grouping streaming records by </a:t>
            </a:r>
            <a:r>
              <a:rPr sz="2400" dirty="0" err="1"/>
              <a:t>ItemID</a:t>
            </a:r>
            <a:r>
              <a:rPr sz="2400" dirty="0"/>
              <a:t> and continuously counting how many records arrive for each item.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Reference tables can be used for quick lookups. The mapping data can be stored inexpensively in Amazon S3 and joined with streaming data.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This makes streaming data more meaningful because incoming events can be enriched with additional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Kinesis Analytics with AWS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AWS Lambda can be used as a destination for processed streaming data.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Lambda provides flexibility for post-processing after analytics logic has been applied.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lists aggregation, format translation, transformation, enrichment, and encryption as possible processing tasks.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Lambda can also open access to other AWS services and destinations such as S3, DynamoDB, Aurora, Redshift, SNS, SQS, and CloudWatch.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This creates a useful pattern: receive streaming data, analyze it, transform it, and then send the result to another AWS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Managed Service for Apache Flink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Managed Service for Apache Flink is the newer service name for what was previously Kinesis Data Analytics for Apache Flink or Java.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Apache Flink is a framework designed for processing data streams.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AWS managed service integrates Flink with AWS and is serverless.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Instead of only writing SQL queries, developers can build their own Flink applications and load the application through Amazon S3.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notes support for Python and Scala, in addition to Flink APIs.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Flink can work with sources such as Kinesis Data Streams and Amazon MSK and send results to services such as Kinesis, Data Firehose, and S3.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Common Uses and Kinesis Processing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Common streaming analytics use cases include streaming ETL, continuous metric generation, and responsive analytics.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Streaming ETL means continuously extracting, transforming, and loading data while it is arriving.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Continuous metrics can calculate values such as counts, averages, or operational measurements without waiting for a batch job.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service is serverless and scales automatically.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Billing is based on Kinesis Processing Units, or KPUs, consumed per hour.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defines one KPU as 1 vCPU plus 4 GB of memory and notes that IAM permissions are needed to access sources and destinations.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Streaming Anomaly Detection: RANDOM_CUT_FOREST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introduces RANDOM_CUT_FOREST as a SQL function for anomaly detection on numeric values in a stream.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An anomaly is a value or pattern that looks unusually different from normal behavior.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function helps identify outliers while data is continuously arriving.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example is detecting unusual subway ridership during the New York City marathon.</a:t>
            </a:r>
          </a:p>
          <a:p>
            <a:pPr>
              <a:spcAft>
                <a:spcPts val="800"/>
              </a:spcAft>
              <a:defRPr sz="138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In an ML-related scenario, anomaly detection could help identify unusual sensor readings, traffic spikes, or unexpected application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Amazon Managed Streaming for Apache Kafka (MSK)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Amazon MSK is AWS's fully managed Apache Kafka service and is presented as an alternative to Kinesis.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AWS manages Kafka broker nodes and supporting cluster infrastructure for the customer.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An MSK cluster is deployed inside the customer's VPC and can use multiple Availability Zones for high availability.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Data is stored on EBS volumes, and applications can build their own Kafka producers and consumers.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lists a default Kafka message size of 1 MB, with the possibility of larger messages after custom configuration.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Kafka producers write data to topics and consumers poll data from those topics.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MSK Configuration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When creating an MSK cluster, important choices include the number of Availability Zones, VPC and subnets, broker instance type, brokers per AZ, and EBS storage size.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recommends three Availability Zones, although two can also be selected.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MSK supports encryption in transit using TLS and encryption at rest on EBS volumes using AWS KMS.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Security groups control network access to Kafka brokers.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Authentication and authorization options include mutual TLS with Kafka ACLs, SASL/SCRAM with Kafka ACLs, and IAM Access Control.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These controls determine who can connect and which Kafka topics they can read from or write 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MSK Monitoring, Connect, and Serverless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MSK can publish CloudWatch metrics with basic, enhanced broker, and topic-level monitoring options.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Prometheus can also be used, while broker logs can be delivered to CloudWatch Logs, Amazon S3, or Kinesis Data Streams.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MSK Connect provides managed Kafka Connect workers and supports connectors for services such as S3, Redshift, OpenSearch, and </a:t>
            </a:r>
            <a:r>
              <a:rPr sz="2400" dirty="0" err="1"/>
              <a:t>Debezium</a:t>
            </a:r>
            <a:r>
              <a:rPr sz="2400" dirty="0"/>
              <a:t>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MSK Connect workers can automatically scale and move data between Kafka and external systems.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MSK Serverless runs Apache Kafka without requiring the customer to manage cluster capacity.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With Serverless, AWS automatically provisions and scales compute and storage while the user mainly defines topics and partitions.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1F3754"/>
                </a:solidFill>
                <a:latin typeface="Aptos"/>
              </a:rPr>
              <a:t>week 4</a:t>
            </a:r>
            <a:r>
              <a:rPr sz="2400" b="1" dirty="0">
                <a:solidFill>
                  <a:srgbClr val="1F3754"/>
                </a:solidFill>
                <a:latin typeface="Aptos"/>
              </a:rPr>
              <a:t> Summary: Kinesis Analytics and MSK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39319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|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613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Kinesis Data Analytics concepts show how streaming records can be queried, enriched, transformed, and sent to other AWS services.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Managed Service for Apache Flink supports custom stream-processing applications and common use cases such as streaming ETL and continuous analytics.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RANDOM_CUT_FOREST is introduced for detecting unusual numeric values in a stream.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Amazon MSK provides managed Apache Kafka with producers, consumers, topics, partitions, brokers, and multi-AZ deployment.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MSK security includes TLS, KMS, security groups, Kafka ACL-based options, and IAM Access Control.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MSK monitoring, MSK Connect, and MSK Serverless help operate, integrate, and scale Kafka workloads.</a:t>
            </a:r>
          </a:p>
          <a:p>
            <a:pPr>
              <a:spcAft>
                <a:spcPts val="800"/>
              </a:spcAft>
              <a:defRPr sz="133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Key exam idea: recognize whether a workload needs AWS stream analytics/Flink or a managed Apache Kafka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733288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00" b="1" dirty="0">
              <a:solidFill>
                <a:srgbClr val="4472C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4600" y="5660136"/>
            <a:ext cx="8503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00" b="0" dirty="0">
              <a:solidFill>
                <a:srgbClr val="5C5C5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</TotalTime>
  <Words>1163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rushikesh nayak</cp:lastModifiedBy>
  <cp:revision>1</cp:revision>
  <dcterms:created xsi:type="dcterms:W3CDTF">2013-01-27T09:14:16Z</dcterms:created>
  <dcterms:modified xsi:type="dcterms:W3CDTF">2026-09-15T19:01:54Z</dcterms:modified>
  <cp:category/>
</cp:coreProperties>
</file>