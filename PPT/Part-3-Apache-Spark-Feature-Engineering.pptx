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9C31BF-AD0D-4B99-B011-DE93BF4B2CC2}" v="2" dt="2026-10-06T21:12:30.76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3" d="100"/>
          <a:sy n="63" d="100"/>
        </p:scale>
        <p:origin x="84" y="20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ushikesh nayak" userId="335f63fe9b7688ce" providerId="LiveId" clId="{CBEC0FC1-7493-40C3-9D22-C412FCBEBCB3}"/>
    <pc:docChg chg="modSld">
      <pc:chgData name="rushikesh nayak" userId="335f63fe9b7688ce" providerId="LiveId" clId="{CBEC0FC1-7493-40C3-9D22-C412FCBEBCB3}" dt="2026-10-06T21:12:30.769" v="9"/>
      <pc:docMkLst>
        <pc:docMk/>
      </pc:docMkLst>
      <pc:sldChg chg="modSp">
        <pc:chgData name="rushikesh nayak" userId="335f63fe9b7688ce" providerId="LiveId" clId="{CBEC0FC1-7493-40C3-9D22-C412FCBEBCB3}" dt="2026-10-06T21:12:30.769" v="9"/>
        <pc:sldMkLst>
          <pc:docMk/>
          <pc:sldMk cId="0" sldId="256"/>
        </pc:sldMkLst>
        <pc:spChg chg="mod">
          <ac:chgData name="rushikesh nayak" userId="335f63fe9b7688ce" providerId="LiveId" clId="{CBEC0FC1-7493-40C3-9D22-C412FCBEBCB3}" dt="2026-10-06T21:12:30.769" v="9"/>
          <ac:spMkLst>
            <pc:docMk/>
            <pc:sldMk cId="0" sldId="256"/>
            <ac:spMk id="4" creationId="{00000000-0000-0000-0000-000000000000}"/>
          </ac:spMkLst>
        </pc:spChg>
      </pc:sldChg>
      <pc:sldChg chg="modSp mod">
        <pc:chgData name="rushikesh nayak" userId="335f63fe9b7688ce" providerId="LiveId" clId="{CBEC0FC1-7493-40C3-9D22-C412FCBEBCB3}" dt="2026-10-06T21:12:30.769" v="9"/>
        <pc:sldMkLst>
          <pc:docMk/>
          <pc:sldMk cId="0" sldId="257"/>
        </pc:sldMkLst>
        <pc:spChg chg="mod">
          <ac:chgData name="rushikesh nayak" userId="335f63fe9b7688ce" providerId="LiveId" clId="{CBEC0FC1-7493-40C3-9D22-C412FCBEBCB3}" dt="2026-10-06T21:12:30.769" v="9"/>
          <ac:spMkLst>
            <pc:docMk/>
            <pc:sldMk cId="0" sldId="257"/>
            <ac:spMk id="3" creationId="{00000000-0000-0000-0000-000000000000}"/>
          </ac:spMkLst>
        </pc:spChg>
      </pc:sldChg>
      <pc:sldChg chg="modSp mod">
        <pc:chgData name="rushikesh nayak" userId="335f63fe9b7688ce" providerId="LiveId" clId="{CBEC0FC1-7493-40C3-9D22-C412FCBEBCB3}" dt="2026-10-06T21:12:30.769" v="9"/>
        <pc:sldMkLst>
          <pc:docMk/>
          <pc:sldMk cId="0" sldId="258"/>
        </pc:sldMkLst>
        <pc:spChg chg="mod">
          <ac:chgData name="rushikesh nayak" userId="335f63fe9b7688ce" providerId="LiveId" clId="{CBEC0FC1-7493-40C3-9D22-C412FCBEBCB3}" dt="2026-10-06T21:12:30.769" v="9"/>
          <ac:spMkLst>
            <pc:docMk/>
            <pc:sldMk cId="0" sldId="258"/>
            <ac:spMk id="3" creationId="{00000000-0000-0000-0000-000000000000}"/>
          </ac:spMkLst>
        </pc:spChg>
      </pc:sldChg>
      <pc:sldChg chg="modSp mod">
        <pc:chgData name="rushikesh nayak" userId="335f63fe9b7688ce" providerId="LiveId" clId="{CBEC0FC1-7493-40C3-9D22-C412FCBEBCB3}" dt="2026-10-06T21:12:30.769" v="9"/>
        <pc:sldMkLst>
          <pc:docMk/>
          <pc:sldMk cId="0" sldId="259"/>
        </pc:sldMkLst>
        <pc:spChg chg="mod">
          <ac:chgData name="rushikesh nayak" userId="335f63fe9b7688ce" providerId="LiveId" clId="{CBEC0FC1-7493-40C3-9D22-C412FCBEBCB3}" dt="2026-10-06T21:12:30.769" v="9"/>
          <ac:spMkLst>
            <pc:docMk/>
            <pc:sldMk cId="0" sldId="259"/>
            <ac:spMk id="3" creationId="{00000000-0000-0000-0000-000000000000}"/>
          </ac:spMkLst>
        </pc:spChg>
      </pc:sldChg>
      <pc:sldChg chg="modSp mod">
        <pc:chgData name="rushikesh nayak" userId="335f63fe9b7688ce" providerId="LiveId" clId="{CBEC0FC1-7493-40C3-9D22-C412FCBEBCB3}" dt="2026-10-06T21:12:30.769" v="9"/>
        <pc:sldMkLst>
          <pc:docMk/>
          <pc:sldMk cId="0" sldId="260"/>
        </pc:sldMkLst>
        <pc:spChg chg="mod">
          <ac:chgData name="rushikesh nayak" userId="335f63fe9b7688ce" providerId="LiveId" clId="{CBEC0FC1-7493-40C3-9D22-C412FCBEBCB3}" dt="2026-10-06T21:12:30.769" v="9"/>
          <ac:spMkLst>
            <pc:docMk/>
            <pc:sldMk cId="0" sldId="260"/>
            <ac:spMk id="3" creationId="{00000000-0000-0000-0000-000000000000}"/>
          </ac:spMkLst>
        </pc:spChg>
      </pc:sldChg>
      <pc:sldChg chg="modSp mod">
        <pc:chgData name="rushikesh nayak" userId="335f63fe9b7688ce" providerId="LiveId" clId="{CBEC0FC1-7493-40C3-9D22-C412FCBEBCB3}" dt="2026-10-06T21:12:30.769" v="9"/>
        <pc:sldMkLst>
          <pc:docMk/>
          <pc:sldMk cId="0" sldId="261"/>
        </pc:sldMkLst>
        <pc:spChg chg="mod">
          <ac:chgData name="rushikesh nayak" userId="335f63fe9b7688ce" providerId="LiveId" clId="{CBEC0FC1-7493-40C3-9D22-C412FCBEBCB3}" dt="2026-10-06T21:12:30.769" v="9"/>
          <ac:spMkLst>
            <pc:docMk/>
            <pc:sldMk cId="0" sldId="261"/>
            <ac:spMk id="3" creationId="{00000000-0000-0000-0000-000000000000}"/>
          </ac:spMkLst>
        </pc:spChg>
      </pc:sldChg>
      <pc:sldChg chg="modSp mod">
        <pc:chgData name="rushikesh nayak" userId="335f63fe9b7688ce" providerId="LiveId" clId="{CBEC0FC1-7493-40C3-9D22-C412FCBEBCB3}" dt="2026-10-06T21:12:30.769" v="9"/>
        <pc:sldMkLst>
          <pc:docMk/>
          <pc:sldMk cId="0" sldId="262"/>
        </pc:sldMkLst>
        <pc:spChg chg="mod">
          <ac:chgData name="rushikesh nayak" userId="335f63fe9b7688ce" providerId="LiveId" clId="{CBEC0FC1-7493-40C3-9D22-C412FCBEBCB3}" dt="2026-10-06T21:12:30.769" v="9"/>
          <ac:spMkLst>
            <pc:docMk/>
            <pc:sldMk cId="0" sldId="262"/>
            <ac:spMk id="3" creationId="{00000000-0000-0000-0000-000000000000}"/>
          </ac:spMkLst>
        </pc:spChg>
      </pc:sldChg>
      <pc:sldChg chg="modSp mod">
        <pc:chgData name="rushikesh nayak" userId="335f63fe9b7688ce" providerId="LiveId" clId="{CBEC0FC1-7493-40C3-9D22-C412FCBEBCB3}" dt="2026-10-06T21:12:30.769" v="9"/>
        <pc:sldMkLst>
          <pc:docMk/>
          <pc:sldMk cId="0" sldId="263"/>
        </pc:sldMkLst>
        <pc:spChg chg="mod">
          <ac:chgData name="rushikesh nayak" userId="335f63fe9b7688ce" providerId="LiveId" clId="{CBEC0FC1-7493-40C3-9D22-C412FCBEBCB3}" dt="2026-10-06T21:12:30.769" v="9"/>
          <ac:spMkLst>
            <pc:docMk/>
            <pc:sldMk cId="0" sldId="263"/>
            <ac:spMk id="3" creationId="{00000000-0000-0000-0000-000000000000}"/>
          </ac:spMkLst>
        </pc:spChg>
      </pc:sldChg>
      <pc:sldChg chg="modSp mod">
        <pc:chgData name="rushikesh nayak" userId="335f63fe9b7688ce" providerId="LiveId" clId="{CBEC0FC1-7493-40C3-9D22-C412FCBEBCB3}" dt="2026-10-06T21:12:30.769" v="9"/>
        <pc:sldMkLst>
          <pc:docMk/>
          <pc:sldMk cId="0" sldId="264"/>
        </pc:sldMkLst>
        <pc:spChg chg="mod">
          <ac:chgData name="rushikesh nayak" userId="335f63fe9b7688ce" providerId="LiveId" clId="{CBEC0FC1-7493-40C3-9D22-C412FCBEBCB3}" dt="2026-10-06T21:12:30.769" v="9"/>
          <ac:spMkLst>
            <pc:docMk/>
            <pc:sldMk cId="0" sldId="264"/>
            <ac:spMk id="3" creationId="{00000000-0000-0000-0000-000000000000}"/>
          </ac:spMkLst>
        </pc:spChg>
      </pc:sldChg>
      <pc:sldChg chg="modSp mod">
        <pc:chgData name="rushikesh nayak" userId="335f63fe9b7688ce" providerId="LiveId" clId="{CBEC0FC1-7493-40C3-9D22-C412FCBEBCB3}" dt="2026-10-06T21:12:30.769" v="9"/>
        <pc:sldMkLst>
          <pc:docMk/>
          <pc:sldMk cId="0" sldId="265"/>
        </pc:sldMkLst>
        <pc:spChg chg="mod">
          <ac:chgData name="rushikesh nayak" userId="335f63fe9b7688ce" providerId="LiveId" clId="{CBEC0FC1-7493-40C3-9D22-C412FCBEBCB3}" dt="2026-10-06T21:12:30.769" v="9"/>
          <ac:spMkLst>
            <pc:docMk/>
            <pc:sldMk cId="0" sldId="265"/>
            <ac:spMk id="3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509CE9-F18C-5020-CF43-5960AFE654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240410"/>
            <a:ext cx="10813067" cy="783835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3600" dirty="0">
                <a:solidFill>
                  <a:schemeClr val="tx2">
                    <a:alpha val="90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16B3AA5-F8D6-AB69-241F-6F8F1DD41E5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5800" y="998185"/>
            <a:ext cx="10813067" cy="541508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569E8996-63F9-282F-EB89-823A9E405F9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62974" y="1606318"/>
            <a:ext cx="11268845" cy="4791456"/>
          </a:xfrm>
          <a:blipFill dpi="0" rotWithShape="1">
            <a:blip r:embed="rId2">
              <a:alphaModFix amt="8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E78127-77D8-DF99-4AE0-F322800B05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40080" y="6445997"/>
            <a:ext cx="3949302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D04168-7304-004B-C2F6-42E38FDC59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C58464-EE0F-215A-2FA8-F434687B9E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FFC4771-5A22-2E68-AB04-0949D0A15B66}"/>
              </a:ext>
            </a:extLst>
          </p:cNvPr>
          <p:cNvCxnSpPr>
            <a:cxnSpLocks/>
          </p:cNvCxnSpPr>
          <p:nvPr/>
        </p:nvCxnSpPr>
        <p:spPr>
          <a:xfrm flipH="1">
            <a:off x="0" y="1599718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AA95C5A-6D75-9E1D-C459-7F2022E84F55}"/>
              </a:ext>
            </a:extLst>
          </p:cNvPr>
          <p:cNvCxnSpPr>
            <a:cxnSpLocks/>
          </p:cNvCxnSpPr>
          <p:nvPr/>
        </p:nvCxnSpPr>
        <p:spPr>
          <a:xfrm>
            <a:off x="457200" y="0"/>
            <a:ext cx="0" cy="685800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0ED5AC1-9F96-A868-7F45-523BF1A45E7C}"/>
              </a:ext>
            </a:extLst>
          </p:cNvPr>
          <p:cNvCxnSpPr>
            <a:cxnSpLocks/>
          </p:cNvCxnSpPr>
          <p:nvPr/>
        </p:nvCxnSpPr>
        <p:spPr>
          <a:xfrm>
            <a:off x="11734800" y="0"/>
            <a:ext cx="0" cy="685800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0E1F764-5B01-7711-9CF1-7EA13A629701}"/>
              </a:ext>
            </a:extLst>
          </p:cNvPr>
          <p:cNvCxnSpPr>
            <a:cxnSpLocks/>
          </p:cNvCxnSpPr>
          <p:nvPr/>
        </p:nvCxnSpPr>
        <p:spPr>
          <a:xfrm flipH="1">
            <a:off x="0" y="6396171"/>
            <a:ext cx="12192000" cy="0"/>
          </a:xfrm>
          <a:prstGeom prst="line">
            <a:avLst/>
          </a:prstGeom>
          <a:ln w="9525">
            <a:solidFill>
              <a:schemeClr val="tx2">
                <a:alpha val="3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6363115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8AB8C-6B7B-EBD3-4D71-F5150448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360221"/>
            <a:ext cx="10515600" cy="133046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327223-CF88-A3FD-E8DF-370D7C19B1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2004291"/>
            <a:ext cx="10515600" cy="41726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E38D70-266E-0D00-4BB2-CEF20A35B7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5800" y="6445997"/>
            <a:ext cx="394930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C28223-FDFF-908F-158A-3401127BA5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1F0CF0-00B7-2F2A-2E49-88AB87A20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76D044F-5574-D6D7-2A47-5069E411C22F}"/>
              </a:ext>
            </a:extLst>
          </p:cNvPr>
          <p:cNvCxnSpPr>
            <a:cxnSpLocks/>
          </p:cNvCxnSpPr>
          <p:nvPr/>
        </p:nvCxnSpPr>
        <p:spPr>
          <a:xfrm flipH="1">
            <a:off x="0" y="1825625"/>
            <a:ext cx="12210293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381247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509CE9-F18C-5020-CF43-5960AFE654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772445" y="1480212"/>
            <a:ext cx="3849131" cy="2871351"/>
          </a:xfrm>
        </p:spPr>
        <p:txBody>
          <a:bodyPr anchor="ctr">
            <a:normAutofit/>
          </a:bodyPr>
          <a:lstStyle>
            <a:lvl1pPr algn="ctr">
              <a:defRPr sz="3600">
                <a:solidFill>
                  <a:schemeClr val="tx2">
                    <a:alpha val="9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16B3AA5-F8D6-AB69-241F-6F8F1DD41E5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772446" y="5410440"/>
            <a:ext cx="3849128" cy="1068207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569E8996-63F9-282F-EB89-823A9E405F9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7204414" cy="6859634"/>
          </a:xfrm>
          <a:blipFill dpi="0" rotWithShape="1">
            <a:blip r:embed="rId2">
              <a:alphaModFix amt="8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E78127-77D8-DF99-4AE0-F322800B05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429501" y="6445997"/>
            <a:ext cx="2955465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D04168-7304-004B-C2F6-42E38FDC590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226650" y="6445997"/>
            <a:ext cx="1353059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C58464-EE0F-215A-2FA8-F434687B9E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8BE003B-9AA9-5AAB-16A3-CC8CD5997AAA}"/>
              </a:ext>
            </a:extLst>
          </p:cNvPr>
          <p:cNvCxnSpPr>
            <a:cxnSpLocks/>
          </p:cNvCxnSpPr>
          <p:nvPr/>
        </p:nvCxnSpPr>
        <p:spPr>
          <a:xfrm flipH="1">
            <a:off x="7206802" y="5031087"/>
            <a:ext cx="4985198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0CBC2A1-BC50-27CD-C764-435FA7A59ABD}"/>
              </a:ext>
            </a:extLst>
          </p:cNvPr>
          <p:cNvCxnSpPr>
            <a:cxnSpLocks/>
          </p:cNvCxnSpPr>
          <p:nvPr/>
        </p:nvCxnSpPr>
        <p:spPr>
          <a:xfrm>
            <a:off x="7206802" y="0"/>
            <a:ext cx="0" cy="685800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5965131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509CE9-F18C-5020-CF43-5960AFE654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36222" y="1246912"/>
            <a:ext cx="8919556" cy="3050766"/>
          </a:xfrm>
        </p:spPr>
        <p:txBody>
          <a:bodyPr anchor="ctr">
            <a:normAutofit/>
          </a:bodyPr>
          <a:lstStyle>
            <a:lvl1pPr algn="ctr">
              <a:defRPr sz="5400">
                <a:solidFill>
                  <a:schemeClr val="tx2">
                    <a:alpha val="9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16B3AA5-F8D6-AB69-241F-6F8F1DD41E5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51378" y="5345199"/>
            <a:ext cx="7289245" cy="1184035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E78127-77D8-DF99-4AE0-F322800B05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D04168-7304-004B-C2F6-42E38FDC59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C58464-EE0F-215A-2FA8-F434687B9E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7C4A186-7A3C-2849-F4A7-5B5565EB29E6}"/>
              </a:ext>
            </a:extLst>
          </p:cNvPr>
          <p:cNvCxnSpPr>
            <a:cxnSpLocks/>
          </p:cNvCxnSpPr>
          <p:nvPr/>
        </p:nvCxnSpPr>
        <p:spPr>
          <a:xfrm flipH="1">
            <a:off x="0" y="5016433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0C7E87E-EC44-47F9-6172-5EEA03DE5D87}"/>
              </a:ext>
            </a:extLst>
          </p:cNvPr>
          <p:cNvCxnSpPr>
            <a:cxnSpLocks/>
          </p:cNvCxnSpPr>
          <p:nvPr/>
        </p:nvCxnSpPr>
        <p:spPr>
          <a:xfrm flipH="1">
            <a:off x="0" y="459932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0278763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22D6AD5-6168-B411-89A9-90C82303B25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EC6DA0-2CB8-AFC5-DB06-AB92359839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838087"/>
            <a:ext cx="8932653" cy="3312544"/>
          </a:xfrm>
        </p:spPr>
        <p:txBody>
          <a:bodyPr anchor="b">
            <a:normAutofit/>
          </a:bodyPr>
          <a:lstStyle>
            <a:lvl1pPr>
              <a:lnSpc>
                <a:spcPct val="80000"/>
              </a:lnSpc>
              <a:defRPr sz="6600" cap="all" baseline="0">
                <a:solidFill>
                  <a:schemeClr val="tx2">
                    <a:alpha val="5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E16A9F-28B9-2207-66D3-D952EB7EC8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-789870"/>
            <a:ext cx="10515600" cy="638352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bg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B3F77F-C41D-1011-B9F4-A5DE814F43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7200" y="6445997"/>
            <a:ext cx="3751081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8CD507-925C-84B3-8F49-9F3B91209D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13B4AE-32E8-CAFF-4A3C-6CBE4FFFA8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BFA0DE8-9E4B-D747-CB64-14B8DEDC02EA}"/>
              </a:ext>
            </a:extLst>
          </p:cNvPr>
          <p:cNvCxnSpPr>
            <a:cxnSpLocks/>
          </p:cNvCxnSpPr>
          <p:nvPr/>
        </p:nvCxnSpPr>
        <p:spPr>
          <a:xfrm flipH="1">
            <a:off x="0" y="1367580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11EB75EB-F27E-271A-C843-4096E1F19057}"/>
              </a:ext>
            </a:extLst>
          </p:cNvPr>
          <p:cNvCxnSpPr>
            <a:cxnSpLocks/>
          </p:cNvCxnSpPr>
          <p:nvPr/>
        </p:nvCxnSpPr>
        <p:spPr>
          <a:xfrm flipH="1">
            <a:off x="0" y="6398068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3945866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Agenda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E02D18C4-A1A8-6CA4-B4A2-0E9791DC7F7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9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1" y="463362"/>
            <a:ext cx="11122507" cy="1162632"/>
          </a:xfrm>
        </p:spPr>
        <p:txBody>
          <a:bodyPr anchor="ctr">
            <a:normAutofit/>
          </a:bodyPr>
          <a:lstStyle>
            <a:lvl1pPr>
              <a:defRPr sz="7200" cap="all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79085" y="2249592"/>
            <a:ext cx="6100623" cy="3787062"/>
          </a:xfrm>
        </p:spPr>
        <p:txBody>
          <a:bodyPr vert="horz" lIns="91440" tIns="45720" rIns="91440" bIns="45720" rtlCol="0">
            <a:normAutofit/>
          </a:bodyPr>
          <a:lstStyle>
            <a:lvl1pPr marL="457200" indent="-457200">
              <a:buFont typeface="+mj-lt"/>
              <a:buAutoNum type="arabicPeriod"/>
              <a:defRPr lang="en-US" sz="2000" dirty="0">
                <a:solidFill>
                  <a:schemeClr val="tx2"/>
                </a:solidFill>
              </a:defRPr>
            </a:lvl1pPr>
            <a:lvl2pPr marL="571500" indent="-342900">
              <a:buFont typeface="+mj-lt"/>
              <a:buAutoNum type="arabicPeriod"/>
              <a:defRPr lang="en-US" sz="1800" dirty="0">
                <a:solidFill>
                  <a:schemeClr val="tx2"/>
                </a:solidFill>
              </a:defRPr>
            </a:lvl2pPr>
            <a:lvl3pPr marL="800100" indent="-342900">
              <a:buFont typeface="+mj-lt"/>
              <a:buAutoNum type="arabicPeriod"/>
              <a:defRPr lang="en-US" sz="1600" dirty="0">
                <a:solidFill>
                  <a:schemeClr val="tx2"/>
                </a:solidFill>
              </a:defRPr>
            </a:lvl3pPr>
            <a:lvl4pPr marL="1028700" indent="-342900">
              <a:buFont typeface="+mj-lt"/>
              <a:buAutoNum type="arabicPeriod"/>
              <a:defRPr lang="en-US" sz="1400" dirty="0">
                <a:solidFill>
                  <a:schemeClr val="tx2"/>
                </a:solidFill>
              </a:defRPr>
            </a:lvl4pPr>
            <a:lvl5pPr marL="1257300" indent="-342900">
              <a:buFont typeface="+mj-lt"/>
              <a:buAutoNum type="arabicPeriod"/>
              <a:defRPr lang="en-US" sz="1400" dirty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7200" y="6445997"/>
            <a:ext cx="3949302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06406B2-3637-5849-867E-A0ADC9D9DDA5}"/>
              </a:ext>
            </a:extLst>
          </p:cNvPr>
          <p:cNvCxnSpPr>
            <a:cxnSpLocks/>
          </p:cNvCxnSpPr>
          <p:nvPr/>
        </p:nvCxnSpPr>
        <p:spPr>
          <a:xfrm flipH="1">
            <a:off x="0" y="1822345"/>
            <a:ext cx="1219200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  <a:alpha val="3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40E47964-42E3-09B6-4B3F-96D1060D072B}"/>
              </a:ext>
            </a:extLst>
          </p:cNvPr>
          <p:cNvCxnSpPr>
            <a:cxnSpLocks/>
          </p:cNvCxnSpPr>
          <p:nvPr/>
        </p:nvCxnSpPr>
        <p:spPr>
          <a:xfrm flipH="1">
            <a:off x="0" y="6398068"/>
            <a:ext cx="12192000" cy="0"/>
          </a:xfrm>
          <a:prstGeom prst="line">
            <a:avLst/>
          </a:prstGeom>
          <a:ln w="9525">
            <a:solidFill>
              <a:schemeClr val="tx1">
                <a:lumMod val="75000"/>
                <a:lumOff val="25000"/>
                <a:alpha val="3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3021969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B0D0A563-F018-FFF1-B911-D69E42CEEAA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9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1" y="463362"/>
            <a:ext cx="11130279" cy="1162632"/>
          </a:xfrm>
        </p:spPr>
        <p:txBody>
          <a:bodyPr anchor="ctr">
            <a:normAutofit/>
          </a:bodyPr>
          <a:lstStyle>
            <a:lvl1pPr>
              <a:defRPr sz="7200" cap="all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5DA2B1BE-7DDF-C8B4-6A46-21B5A0257D0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-8364" y="1830708"/>
            <a:ext cx="5321063" cy="4563927"/>
          </a:xfrm>
          <a:blipFill dpi="0" rotWithShape="1">
            <a:blip r:embed="rId2">
              <a:alphaModFix amt="8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846552" y="2191025"/>
            <a:ext cx="5733156" cy="3894807"/>
          </a:xfrm>
        </p:spPr>
        <p:txBody>
          <a:bodyPr vert="horz" lIns="91440" tIns="45720" rIns="91440" bIns="45720" rtlCol="0">
            <a:normAutofit/>
          </a:bodyPr>
          <a:lstStyle>
            <a:lvl1pPr marL="457200" indent="-457200">
              <a:buFont typeface="+mj-lt"/>
              <a:buAutoNum type="arabicPeriod"/>
              <a:defRPr lang="en-US" sz="2000" dirty="0">
                <a:solidFill>
                  <a:schemeClr val="tx2"/>
                </a:solidFill>
              </a:defRPr>
            </a:lvl1pPr>
            <a:lvl2pPr marL="571500" indent="-342900">
              <a:buFont typeface="+mj-lt"/>
              <a:buAutoNum type="arabicPeriod"/>
              <a:defRPr lang="en-US" sz="1800" dirty="0">
                <a:solidFill>
                  <a:schemeClr val="tx2"/>
                </a:solidFill>
              </a:defRPr>
            </a:lvl2pPr>
            <a:lvl3pPr marL="800100" indent="-342900">
              <a:buFont typeface="+mj-lt"/>
              <a:buAutoNum type="arabicPeriod"/>
              <a:defRPr lang="en-US" sz="1600" dirty="0">
                <a:solidFill>
                  <a:schemeClr val="tx2"/>
                </a:solidFill>
              </a:defRPr>
            </a:lvl3pPr>
            <a:lvl4pPr marL="1028700" indent="-342900">
              <a:buFont typeface="+mj-lt"/>
              <a:buAutoNum type="arabicPeriod"/>
              <a:defRPr lang="en-US" sz="1400" dirty="0">
                <a:solidFill>
                  <a:schemeClr val="tx2"/>
                </a:solidFill>
              </a:defRPr>
            </a:lvl4pPr>
            <a:lvl5pPr marL="1257300" indent="-342900">
              <a:buFont typeface="+mj-lt"/>
              <a:buAutoNum type="arabicPeriod"/>
              <a:defRPr lang="en-US" sz="1400" dirty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7200" y="6445997"/>
            <a:ext cx="3949302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06406B2-3637-5849-867E-A0ADC9D9DDA5}"/>
              </a:ext>
            </a:extLst>
          </p:cNvPr>
          <p:cNvCxnSpPr>
            <a:cxnSpLocks/>
          </p:cNvCxnSpPr>
          <p:nvPr/>
        </p:nvCxnSpPr>
        <p:spPr>
          <a:xfrm flipH="1">
            <a:off x="0" y="1822345"/>
            <a:ext cx="12192000" cy="0"/>
          </a:xfrm>
          <a:prstGeom prst="line">
            <a:avLst/>
          </a:prstGeom>
          <a:ln w="9525">
            <a:solidFill>
              <a:schemeClr val="tx1">
                <a:lumMod val="75000"/>
                <a:lumOff val="25000"/>
                <a:alpha val="3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40E47964-42E3-09B6-4B3F-96D1060D072B}"/>
              </a:ext>
            </a:extLst>
          </p:cNvPr>
          <p:cNvCxnSpPr>
            <a:cxnSpLocks/>
          </p:cNvCxnSpPr>
          <p:nvPr/>
        </p:nvCxnSpPr>
        <p:spPr>
          <a:xfrm flipH="1">
            <a:off x="0" y="6398068"/>
            <a:ext cx="12192000" cy="0"/>
          </a:xfrm>
          <a:prstGeom prst="line">
            <a:avLst/>
          </a:prstGeom>
          <a:ln w="9525">
            <a:solidFill>
              <a:schemeClr val="tx1">
                <a:lumMod val="75000"/>
                <a:lumOff val="25000"/>
                <a:alpha val="3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5DD64E6-257D-65B2-D2A7-6A1002E1E580}"/>
              </a:ext>
            </a:extLst>
          </p:cNvPr>
          <p:cNvCxnSpPr>
            <a:cxnSpLocks/>
          </p:cNvCxnSpPr>
          <p:nvPr/>
        </p:nvCxnSpPr>
        <p:spPr>
          <a:xfrm>
            <a:off x="5321065" y="1822345"/>
            <a:ext cx="0" cy="5035655"/>
          </a:xfrm>
          <a:prstGeom prst="line">
            <a:avLst/>
          </a:prstGeom>
          <a:ln w="9525">
            <a:solidFill>
              <a:schemeClr val="tx1">
                <a:lumMod val="75000"/>
                <a:lumOff val="25000"/>
                <a:alpha val="3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6665746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8AB8C-6B7B-EBD3-4D71-F5150448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721299"/>
            <a:ext cx="3689927" cy="1486906"/>
          </a:xfrm>
        </p:spPr>
        <p:txBody>
          <a:bodyPr anchor="t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327223-CF88-A3FD-E8DF-370D7C19B1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04515" y="2780147"/>
            <a:ext cx="6567049" cy="33598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E38D70-266E-0D00-4BB2-CEF20A35B7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C28223-FDFF-908F-158A-3401127BA5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1F0CF0-00B7-2F2A-2E49-88AB87A20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BF5C1EC-3A2D-2E51-65A6-6155B3776C4A}"/>
              </a:ext>
            </a:extLst>
          </p:cNvPr>
          <p:cNvCxnSpPr>
            <a:cxnSpLocks/>
          </p:cNvCxnSpPr>
          <p:nvPr/>
        </p:nvCxnSpPr>
        <p:spPr>
          <a:xfrm flipH="1">
            <a:off x="0" y="2397979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F797FEE4-9B7E-CE58-4AA3-EC6E3E1861F3}"/>
              </a:ext>
            </a:extLst>
          </p:cNvPr>
          <p:cNvCxnSpPr>
            <a:cxnSpLocks/>
          </p:cNvCxnSpPr>
          <p:nvPr/>
        </p:nvCxnSpPr>
        <p:spPr>
          <a:xfrm>
            <a:off x="4469245" y="0"/>
            <a:ext cx="0" cy="685800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080953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3360">
          <p15:clr>
            <a:srgbClr val="FBAE40"/>
          </p15:clr>
        </p15:guide>
        <p15:guide id="4" pos="2928">
          <p15:clr>
            <a:srgbClr val="FBAE40"/>
          </p15:clr>
        </p15:guide>
        <p15:guide id="5" pos="4752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8AB8C-6B7B-EBD3-4D71-F5150448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720473"/>
            <a:ext cx="3664107" cy="3864052"/>
          </a:xfrm>
        </p:spPr>
        <p:txBody>
          <a:bodyPr anchor="t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327223-CF88-A3FD-E8DF-370D7C19B1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70349" y="720473"/>
            <a:ext cx="6309360" cy="5303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E38D70-266E-0D00-4BB2-CEF20A35B7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C28223-FDFF-908F-158A-3401127BA5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1F0CF0-00B7-2F2A-2E49-88AB87A20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A6AC6891-86BE-FF41-E94E-AB97BFFB2322}"/>
              </a:ext>
            </a:extLst>
          </p:cNvPr>
          <p:cNvCxnSpPr>
            <a:cxnSpLocks/>
          </p:cNvCxnSpPr>
          <p:nvPr/>
        </p:nvCxnSpPr>
        <p:spPr>
          <a:xfrm>
            <a:off x="4643464" y="0"/>
            <a:ext cx="0" cy="685800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151E503-5C8D-3CDA-5CC2-A56B4F2A6193}"/>
              </a:ext>
            </a:extLst>
          </p:cNvPr>
          <p:cNvCxnSpPr>
            <a:cxnSpLocks/>
          </p:cNvCxnSpPr>
          <p:nvPr/>
        </p:nvCxnSpPr>
        <p:spPr>
          <a:xfrm flipH="1">
            <a:off x="0" y="6398068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876185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8AB8C-6B7B-EBD3-4D71-F5150448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11995" y="559483"/>
            <a:ext cx="6825541" cy="1009652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FBB1EB8E-9C26-DC32-8498-7F599839255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4421943" cy="6398066"/>
          </a:xfrm>
          <a:blipFill dpi="0" rotWithShape="1">
            <a:blip r:embed="rId2">
              <a:alphaModFix amt="8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327223-CF88-A3FD-E8DF-370D7C19B1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11994" y="2083837"/>
            <a:ext cx="6825545" cy="4032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E38D70-266E-0D00-4BB2-CEF20A35B7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7200" y="6445997"/>
            <a:ext cx="3811448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C28223-FDFF-908F-158A-3401127BA5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1F0CF0-00B7-2F2A-2E49-88AB87A20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EB92977-9D16-C370-F779-0B9C67993046}"/>
              </a:ext>
            </a:extLst>
          </p:cNvPr>
          <p:cNvCxnSpPr>
            <a:cxnSpLocks/>
          </p:cNvCxnSpPr>
          <p:nvPr/>
        </p:nvCxnSpPr>
        <p:spPr>
          <a:xfrm flipH="1">
            <a:off x="0" y="6398068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A254AC9C-312D-B8D1-5D04-C0CE07B464DB}"/>
              </a:ext>
            </a:extLst>
          </p:cNvPr>
          <p:cNvCxnSpPr>
            <a:cxnSpLocks/>
          </p:cNvCxnSpPr>
          <p:nvPr/>
        </p:nvCxnSpPr>
        <p:spPr>
          <a:xfrm>
            <a:off x="4423739" y="0"/>
            <a:ext cx="0" cy="685800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F4F50A3-1136-13EC-E499-F6DDCBFE375F}"/>
              </a:ext>
            </a:extLst>
          </p:cNvPr>
          <p:cNvCxnSpPr>
            <a:cxnSpLocks/>
          </p:cNvCxnSpPr>
          <p:nvPr/>
        </p:nvCxnSpPr>
        <p:spPr>
          <a:xfrm flipH="1">
            <a:off x="4425535" y="1810995"/>
            <a:ext cx="7750205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049645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8AB8C-6B7B-EBD3-4D71-F5150448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72644" y="669386"/>
            <a:ext cx="7231413" cy="100584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FBB1EB8E-9C26-DC32-8498-7F599839255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8994" y="-5468"/>
            <a:ext cx="4011836" cy="6398066"/>
          </a:xfrm>
          <a:blipFill dpi="0" rotWithShape="1">
            <a:blip r:embed="rId2">
              <a:alphaModFix amt="8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327223-CF88-A3FD-E8DF-370D7C19B1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72644" y="1812385"/>
            <a:ext cx="7231407" cy="442385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E38D70-266E-0D00-4BB2-CEF20A35B7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7200" y="6445997"/>
            <a:ext cx="3408011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C28223-FDFF-908F-158A-3401127BA5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1F0CF0-00B7-2F2A-2E49-88AB87A20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EB92977-9D16-C370-F779-0B9C67993046}"/>
              </a:ext>
            </a:extLst>
          </p:cNvPr>
          <p:cNvCxnSpPr>
            <a:cxnSpLocks/>
          </p:cNvCxnSpPr>
          <p:nvPr/>
        </p:nvCxnSpPr>
        <p:spPr>
          <a:xfrm flipH="1">
            <a:off x="0" y="6398068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A254AC9C-312D-B8D1-5D04-C0CE07B464DB}"/>
              </a:ext>
            </a:extLst>
          </p:cNvPr>
          <p:cNvCxnSpPr>
            <a:cxnSpLocks/>
          </p:cNvCxnSpPr>
          <p:nvPr/>
        </p:nvCxnSpPr>
        <p:spPr>
          <a:xfrm>
            <a:off x="4009212" y="0"/>
            <a:ext cx="0" cy="685800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974111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8AB8C-6B7B-EBD3-4D71-F5150448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80728"/>
            <a:ext cx="7281067" cy="100584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327223-CF88-A3FD-E8DF-370D7C19B1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823728"/>
            <a:ext cx="7281061" cy="442385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FBB1EB8E-9C26-DC32-8498-7F599839255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195489" y="-6369"/>
            <a:ext cx="3996512" cy="6398066"/>
          </a:xfrm>
          <a:blipFill dpi="0" rotWithShape="1">
            <a:blip r:embed="rId2">
              <a:alphaModFix amt="8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E38D70-266E-0D00-4BB2-CEF20A35B7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7200" y="6445997"/>
            <a:ext cx="394930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C28223-FDFF-908F-158A-3401127BA5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1F0CF0-00B7-2F2A-2E49-88AB87A20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EB92977-9D16-C370-F779-0B9C67993046}"/>
              </a:ext>
            </a:extLst>
          </p:cNvPr>
          <p:cNvCxnSpPr>
            <a:cxnSpLocks/>
          </p:cNvCxnSpPr>
          <p:nvPr/>
        </p:nvCxnSpPr>
        <p:spPr>
          <a:xfrm flipH="1">
            <a:off x="0" y="6398068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A254AC9C-312D-B8D1-5D04-C0CE07B464DB}"/>
              </a:ext>
            </a:extLst>
          </p:cNvPr>
          <p:cNvCxnSpPr>
            <a:cxnSpLocks/>
          </p:cNvCxnSpPr>
          <p:nvPr/>
        </p:nvCxnSpPr>
        <p:spPr>
          <a:xfrm>
            <a:off x="8188287" y="0"/>
            <a:ext cx="0" cy="685800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580294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8AB8C-6B7B-EBD3-4D71-F5150448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78485"/>
            <a:ext cx="6369370" cy="100584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327223-CF88-A3FD-E8DF-370D7C19B1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821484"/>
            <a:ext cx="6360897" cy="42921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FBB1EB8E-9C26-DC32-8498-7F599839255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277100" y="-8466"/>
            <a:ext cx="4914895" cy="6398066"/>
          </a:xfrm>
          <a:blipFill dpi="0" rotWithShape="1">
            <a:blip r:embed="rId2">
              <a:alphaModFix amt="8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E38D70-266E-0D00-4BB2-CEF20A35B7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7200" y="6445997"/>
            <a:ext cx="394930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C28223-FDFF-908F-158A-3401127BA5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1F0CF0-00B7-2F2A-2E49-88AB87A20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EB92977-9D16-C370-F779-0B9C67993046}"/>
              </a:ext>
            </a:extLst>
          </p:cNvPr>
          <p:cNvCxnSpPr>
            <a:cxnSpLocks/>
          </p:cNvCxnSpPr>
          <p:nvPr/>
        </p:nvCxnSpPr>
        <p:spPr>
          <a:xfrm flipH="1">
            <a:off x="0" y="6398068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A254AC9C-312D-B8D1-5D04-C0CE07B464DB}"/>
              </a:ext>
            </a:extLst>
          </p:cNvPr>
          <p:cNvCxnSpPr>
            <a:cxnSpLocks/>
          </p:cNvCxnSpPr>
          <p:nvPr/>
        </p:nvCxnSpPr>
        <p:spPr>
          <a:xfrm>
            <a:off x="7270008" y="0"/>
            <a:ext cx="0" cy="685800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913945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8AB8C-6B7B-EBD3-4D71-F5150448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8145"/>
            <a:ext cx="4000497" cy="16797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327223-CF88-A3FD-E8DF-370D7C19B1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2272880"/>
            <a:ext cx="4000497" cy="378949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FBB1EB8E-9C26-DC32-8498-7F599839255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853323" y="0"/>
            <a:ext cx="7338676" cy="6396281"/>
          </a:xfrm>
          <a:blipFill dpi="0" rotWithShape="1">
            <a:blip r:embed="rId2">
              <a:alphaModFix amt="8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E38D70-266E-0D00-4BB2-CEF20A35B7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7200" y="6445997"/>
            <a:ext cx="40005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C28223-FDFF-908F-158A-3401127BA5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1F0CF0-00B7-2F2A-2E49-88AB87A20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EB92977-9D16-C370-F779-0B9C67993046}"/>
              </a:ext>
            </a:extLst>
          </p:cNvPr>
          <p:cNvCxnSpPr>
            <a:cxnSpLocks/>
          </p:cNvCxnSpPr>
          <p:nvPr/>
        </p:nvCxnSpPr>
        <p:spPr>
          <a:xfrm flipH="1">
            <a:off x="0" y="6399854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A254AC9C-312D-B8D1-5D04-C0CE07B464DB}"/>
              </a:ext>
            </a:extLst>
          </p:cNvPr>
          <p:cNvCxnSpPr>
            <a:cxnSpLocks/>
          </p:cNvCxnSpPr>
          <p:nvPr/>
        </p:nvCxnSpPr>
        <p:spPr>
          <a:xfrm>
            <a:off x="4849331" y="0"/>
            <a:ext cx="0" cy="685800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3943081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8AB8C-6B7B-EBD3-4D71-F5150448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39922" y="458144"/>
            <a:ext cx="3909536" cy="148587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FBB1EB8E-9C26-DC32-8498-7F599839255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7268396" cy="6396281"/>
          </a:xfrm>
          <a:blipFill dpi="0" rotWithShape="1">
            <a:blip r:embed="rId2">
              <a:alphaModFix amt="8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327223-CF88-A3FD-E8DF-370D7C19B1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39922" y="2463789"/>
            <a:ext cx="3909534" cy="356109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E38D70-266E-0D00-4BB2-CEF20A35B7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7200" y="6445997"/>
            <a:ext cx="394930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C28223-FDFF-908F-158A-3401127BA5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1F0CF0-00B7-2F2A-2E49-88AB87A20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EB92977-9D16-C370-F779-0B9C67993046}"/>
              </a:ext>
            </a:extLst>
          </p:cNvPr>
          <p:cNvCxnSpPr>
            <a:cxnSpLocks/>
          </p:cNvCxnSpPr>
          <p:nvPr/>
        </p:nvCxnSpPr>
        <p:spPr>
          <a:xfrm flipH="1">
            <a:off x="0" y="6399854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A67EAFE-BA64-2156-9780-AA400F6F3026}"/>
              </a:ext>
            </a:extLst>
          </p:cNvPr>
          <p:cNvCxnSpPr>
            <a:cxnSpLocks/>
          </p:cNvCxnSpPr>
          <p:nvPr/>
        </p:nvCxnSpPr>
        <p:spPr>
          <a:xfrm>
            <a:off x="7271347" y="0"/>
            <a:ext cx="0" cy="685800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54F2342-86AA-3EA4-EB3B-2DB8D68315E6}"/>
              </a:ext>
            </a:extLst>
          </p:cNvPr>
          <p:cNvCxnSpPr>
            <a:cxnSpLocks/>
          </p:cNvCxnSpPr>
          <p:nvPr/>
        </p:nvCxnSpPr>
        <p:spPr>
          <a:xfrm flipH="1">
            <a:off x="7227420" y="2212509"/>
            <a:ext cx="493532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7174290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8AB8C-6B7B-EBD3-4D71-F5150448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3959530"/>
            <a:ext cx="3512409" cy="2199864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3B441162-7125-E1E0-1B82-FCC1AB84227E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857" y="-1"/>
            <a:ext cx="12192000" cy="3648977"/>
          </a:xfrm>
          <a:blipFill dpi="0" rotWithShape="1">
            <a:blip r:embed="rId2">
              <a:alphaModFix amt="8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327223-CF88-A3FD-E8DF-370D7C19B1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23613" y="3959529"/>
            <a:ext cx="7011183" cy="23695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E38D70-266E-0D00-4BB2-CEF20A35B7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7201" y="6445997"/>
            <a:ext cx="3543299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C28223-FDFF-908F-158A-3401127BA5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1F0CF0-00B7-2F2A-2E49-88AB87A20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FF81FBD-8D67-B5E4-E22E-74E98EF89F80}"/>
              </a:ext>
            </a:extLst>
          </p:cNvPr>
          <p:cNvCxnSpPr>
            <a:cxnSpLocks/>
          </p:cNvCxnSpPr>
          <p:nvPr/>
        </p:nvCxnSpPr>
        <p:spPr>
          <a:xfrm>
            <a:off x="4290210" y="3648976"/>
            <a:ext cx="0" cy="3209024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8892870-1B48-2935-21E8-3BC6F474C661}"/>
              </a:ext>
            </a:extLst>
          </p:cNvPr>
          <p:cNvCxnSpPr>
            <a:cxnSpLocks/>
          </p:cNvCxnSpPr>
          <p:nvPr/>
        </p:nvCxnSpPr>
        <p:spPr>
          <a:xfrm flipH="1">
            <a:off x="-857" y="3654706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8132001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8AB8C-6B7B-EBD3-4D71-F5150448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377072"/>
            <a:ext cx="4958078" cy="1225485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FBB1EB8E-9C26-DC32-8498-7F599839255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842182"/>
            <a:ext cx="5758172" cy="4546457"/>
          </a:xfrm>
          <a:blipFill dpi="0" rotWithShape="1">
            <a:blip r:embed="rId2">
              <a:alphaModFix amt="8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327223-CF88-A3FD-E8DF-370D7C19B1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76142" y="377072"/>
            <a:ext cx="5558655" cy="57974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E38D70-266E-0D00-4BB2-CEF20A35B7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7200" y="6445997"/>
            <a:ext cx="394930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C28223-FDFF-908F-158A-3401127BA5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1F0CF0-00B7-2F2A-2E49-88AB87A20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EB92977-9D16-C370-F779-0B9C67993046}"/>
              </a:ext>
            </a:extLst>
          </p:cNvPr>
          <p:cNvCxnSpPr>
            <a:cxnSpLocks/>
          </p:cNvCxnSpPr>
          <p:nvPr/>
        </p:nvCxnSpPr>
        <p:spPr>
          <a:xfrm flipH="1">
            <a:off x="0" y="6398068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57362BC-3CD1-D6F5-CB9B-B2AAD7EAD176}"/>
              </a:ext>
            </a:extLst>
          </p:cNvPr>
          <p:cNvCxnSpPr>
            <a:cxnSpLocks/>
          </p:cNvCxnSpPr>
          <p:nvPr/>
        </p:nvCxnSpPr>
        <p:spPr>
          <a:xfrm>
            <a:off x="5758174" y="0"/>
            <a:ext cx="0" cy="685800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F4F50A3-1136-13EC-E499-F6DDCBFE375F}"/>
              </a:ext>
            </a:extLst>
          </p:cNvPr>
          <p:cNvCxnSpPr>
            <a:cxnSpLocks/>
          </p:cNvCxnSpPr>
          <p:nvPr/>
        </p:nvCxnSpPr>
        <p:spPr>
          <a:xfrm flipH="1">
            <a:off x="0" y="1842182"/>
            <a:ext cx="5758174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0618581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8AB8C-6B7B-EBD3-4D71-F5150448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1" y="4407360"/>
            <a:ext cx="3543299" cy="1732820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FBB1EB8E-9C26-DC32-8498-7F599839255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" y="466598"/>
            <a:ext cx="4460008" cy="3601433"/>
          </a:xfrm>
          <a:blipFill dpi="0" rotWithShape="1">
            <a:blip r:embed="rId2">
              <a:alphaModFix amt="8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327223-CF88-A3FD-E8DF-370D7C19B1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92635" y="788704"/>
            <a:ext cx="6730614" cy="538585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E38D70-266E-0D00-4BB2-CEF20A35B7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7200" y="6445997"/>
            <a:ext cx="35433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C28223-FDFF-908F-158A-3401127BA5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1F0CF0-00B7-2F2A-2E49-88AB87A20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EB92977-9D16-C370-F779-0B9C67993046}"/>
              </a:ext>
            </a:extLst>
          </p:cNvPr>
          <p:cNvCxnSpPr>
            <a:cxnSpLocks/>
          </p:cNvCxnSpPr>
          <p:nvPr/>
        </p:nvCxnSpPr>
        <p:spPr>
          <a:xfrm flipH="1">
            <a:off x="0" y="6398068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F4F50A3-1136-13EC-E499-F6DDCBFE375F}"/>
              </a:ext>
            </a:extLst>
          </p:cNvPr>
          <p:cNvCxnSpPr>
            <a:cxnSpLocks/>
          </p:cNvCxnSpPr>
          <p:nvPr/>
        </p:nvCxnSpPr>
        <p:spPr>
          <a:xfrm flipH="1">
            <a:off x="0" y="4068031"/>
            <a:ext cx="4460008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57362BC-3CD1-D6F5-CB9B-B2AAD7EAD176}"/>
              </a:ext>
            </a:extLst>
          </p:cNvPr>
          <p:cNvCxnSpPr>
            <a:cxnSpLocks/>
          </p:cNvCxnSpPr>
          <p:nvPr/>
        </p:nvCxnSpPr>
        <p:spPr>
          <a:xfrm>
            <a:off x="4460008" y="0"/>
            <a:ext cx="0" cy="685800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40D58D1-F636-9620-582E-41FBB707092B}"/>
              </a:ext>
            </a:extLst>
          </p:cNvPr>
          <p:cNvCxnSpPr>
            <a:cxnSpLocks/>
          </p:cNvCxnSpPr>
          <p:nvPr/>
        </p:nvCxnSpPr>
        <p:spPr>
          <a:xfrm flipH="1">
            <a:off x="0" y="459932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364126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891F6A87-CC7B-D4BD-1F6A-C3948971C39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B5B8561-D435-07DE-2456-79994CDFB8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88720" y="5264780"/>
            <a:ext cx="9811512" cy="1097280"/>
          </a:xfrm>
        </p:spPr>
        <p:txBody>
          <a:bodyPr vert="horz" lIns="91440" tIns="45720" rIns="91440" bIns="45720" rtlCol="0" anchor="ctr">
            <a:normAutofit/>
          </a:bodyPr>
          <a:lstStyle>
            <a:lvl1pPr algn="ctr">
              <a:lnSpc>
                <a:spcPct val="110000"/>
              </a:lnSpc>
              <a:defRPr lang="en-US" sz="2800" cap="all" spc="100" baseline="0" dirty="0">
                <a:solidFill>
                  <a:schemeClr val="tx2">
                    <a:lumMod val="90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edit Master title styles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42AC33E-6837-F850-DF64-4475DAA059E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93776" y="676656"/>
            <a:ext cx="11201400" cy="4206240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lang="en-US" sz="27800" dirty="0">
                <a:solidFill>
                  <a:schemeClr val="tx2">
                    <a:lumMod val="90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3AE6E7-0083-439C-3FBC-ADE4BE86C1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15DF3EE-4BB8-4215-E053-BF3ED1BB9F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AF27A3B-009A-1790-7D93-9A1F6351D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85ADE133-B5D6-A1C0-6BC9-C723D008EC0E}"/>
              </a:ext>
            </a:extLst>
          </p:cNvPr>
          <p:cNvCxnSpPr>
            <a:cxnSpLocks/>
          </p:cNvCxnSpPr>
          <p:nvPr/>
        </p:nvCxnSpPr>
        <p:spPr>
          <a:xfrm flipH="1">
            <a:off x="0" y="5018669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5542311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55FB4D75-C478-D736-9A5A-B64DEA24103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693103" y="1493520"/>
            <a:ext cx="8805794" cy="3911600"/>
          </a:xfrm>
        </p:spPr>
        <p:txBody>
          <a:bodyPr anchor="ctr">
            <a:normAutofit/>
          </a:bodyPr>
          <a:lstStyle>
            <a:lvl1pPr marL="0" indent="0" algn="ctr">
              <a:lnSpc>
                <a:spcPct val="110000"/>
              </a:lnSpc>
              <a:buNone/>
              <a:defRPr sz="5400" b="0">
                <a:solidFill>
                  <a:schemeClr val="tx2"/>
                </a:solidFill>
                <a:latin typeface="+mj-lt"/>
              </a:defRPr>
            </a:lvl1pPr>
            <a:lvl2pPr marL="228600" indent="0" algn="ctr">
              <a:lnSpc>
                <a:spcPct val="110000"/>
              </a:lnSpc>
              <a:buNone/>
              <a:defRPr sz="4800" b="0">
                <a:solidFill>
                  <a:schemeClr val="tx2"/>
                </a:solidFill>
                <a:latin typeface="+mj-lt"/>
              </a:defRPr>
            </a:lvl2pPr>
            <a:lvl3pPr marL="457200" indent="0" algn="ctr">
              <a:lnSpc>
                <a:spcPct val="110000"/>
              </a:lnSpc>
              <a:buNone/>
              <a:defRPr sz="4400" b="0">
                <a:solidFill>
                  <a:schemeClr val="tx2"/>
                </a:solidFill>
                <a:latin typeface="+mj-lt"/>
              </a:defRPr>
            </a:lvl3pPr>
            <a:lvl4pPr marL="685800" indent="0" algn="ctr">
              <a:lnSpc>
                <a:spcPct val="110000"/>
              </a:lnSpc>
              <a:buNone/>
              <a:defRPr sz="4000" b="0">
                <a:solidFill>
                  <a:schemeClr val="tx2"/>
                </a:solidFill>
                <a:latin typeface="+mj-lt"/>
              </a:defRPr>
            </a:lvl4pPr>
            <a:lvl5pPr marL="914400" indent="0" algn="ctr">
              <a:lnSpc>
                <a:spcPct val="110000"/>
              </a:lnSpc>
              <a:buNone/>
              <a:defRPr sz="3600" b="0">
                <a:solidFill>
                  <a:schemeClr val="tx2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40080" y="6445997"/>
            <a:ext cx="3949302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C547212-589F-3A5C-2FF7-4E576B86E3A3}"/>
              </a:ext>
            </a:extLst>
          </p:cNvPr>
          <p:cNvCxnSpPr>
            <a:cxnSpLocks/>
          </p:cNvCxnSpPr>
          <p:nvPr/>
        </p:nvCxnSpPr>
        <p:spPr>
          <a:xfrm flipH="1">
            <a:off x="0" y="6398068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40E2472-A2D0-B3C4-1592-E709B2EC9AD6}"/>
              </a:ext>
            </a:extLst>
          </p:cNvPr>
          <p:cNvCxnSpPr>
            <a:cxnSpLocks/>
          </p:cNvCxnSpPr>
          <p:nvPr/>
        </p:nvCxnSpPr>
        <p:spPr>
          <a:xfrm>
            <a:off x="457200" y="0"/>
            <a:ext cx="0" cy="685800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2F95E0B8-C6C3-8095-D53F-FB618E39D7CE}"/>
              </a:ext>
            </a:extLst>
          </p:cNvPr>
          <p:cNvCxnSpPr>
            <a:cxnSpLocks/>
          </p:cNvCxnSpPr>
          <p:nvPr/>
        </p:nvCxnSpPr>
        <p:spPr>
          <a:xfrm flipH="1">
            <a:off x="0" y="459932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AD2DF78-237E-1E21-906C-273460F55F55}"/>
              </a:ext>
            </a:extLst>
          </p:cNvPr>
          <p:cNvCxnSpPr>
            <a:cxnSpLocks/>
          </p:cNvCxnSpPr>
          <p:nvPr/>
        </p:nvCxnSpPr>
        <p:spPr>
          <a:xfrm>
            <a:off x="11734800" y="0"/>
            <a:ext cx="0" cy="685800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3260283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947DCC75-46A1-9953-9459-89672E9805A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40000"/>
              <a:lumOff val="6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23F0761-EA67-F7D1-62E4-095EADA262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62100" y="5549186"/>
            <a:ext cx="9199563" cy="653184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1800" b="1" cap="all" spc="100" baseline="0">
                <a:solidFill>
                  <a:schemeClr val="accent4">
                    <a:lumMod val="7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636EB602-83B2-B4EE-7805-FB94B7747666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1562100" y="823913"/>
            <a:ext cx="9199563" cy="3614737"/>
          </a:xfrm>
        </p:spPr>
        <p:txBody>
          <a:bodyPr anchor="ctr">
            <a:normAutofit/>
          </a:bodyPr>
          <a:lstStyle>
            <a:lvl1pPr marL="182880" indent="-182880">
              <a:buNone/>
              <a:defRPr sz="4000">
                <a:solidFill>
                  <a:schemeClr val="accent4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54C2DF4-76B6-1299-74E1-66F403C01A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5800" y="6445997"/>
            <a:ext cx="3949302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9A78CD0-57A9-DB86-E3A3-40628E6D68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35CA15-3DFE-125B-C658-77179EDEA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41338F2-C5CE-45A7-7748-138B348BA1E7}"/>
              </a:ext>
            </a:extLst>
          </p:cNvPr>
          <p:cNvCxnSpPr>
            <a:cxnSpLocks/>
          </p:cNvCxnSpPr>
          <p:nvPr/>
        </p:nvCxnSpPr>
        <p:spPr>
          <a:xfrm>
            <a:off x="457200" y="0"/>
            <a:ext cx="0" cy="6858000"/>
          </a:xfrm>
          <a:prstGeom prst="line">
            <a:avLst/>
          </a:prstGeom>
          <a:ln w="9525">
            <a:solidFill>
              <a:schemeClr val="tx2">
                <a:alpha val="3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14CFB94-8AB3-65DB-0B12-EC4F7DAAEBF7}"/>
              </a:ext>
            </a:extLst>
          </p:cNvPr>
          <p:cNvCxnSpPr>
            <a:cxnSpLocks/>
          </p:cNvCxnSpPr>
          <p:nvPr/>
        </p:nvCxnSpPr>
        <p:spPr>
          <a:xfrm flipH="1">
            <a:off x="0" y="5043721"/>
            <a:ext cx="12192000" cy="0"/>
          </a:xfrm>
          <a:prstGeom prst="line">
            <a:avLst/>
          </a:prstGeom>
          <a:ln w="9525">
            <a:solidFill>
              <a:schemeClr val="tx2">
                <a:alpha val="3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1173625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C27BF6-CDFA-AAF4-F7FD-F4F8D06FF2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5309"/>
            <a:ext cx="11277600" cy="914400"/>
          </a:xfrm>
        </p:spPr>
        <p:txBody>
          <a:bodyPr anchor="ctr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AB1904-05A3-AF54-90B7-8B4E5E9BFC62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55613" y="1677988"/>
            <a:ext cx="5181600" cy="44989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0D15555F-2C1E-04D7-CE37-D06ABFB5685F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553200" y="1677988"/>
            <a:ext cx="5180013" cy="44989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108197-F703-726D-4372-C7520052DC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5FAA39-5E1E-3A94-5A04-C36BA19E34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E80595-19B6-01B9-FCF5-F94B0C1BBA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2C5098A-8A29-951C-ABCF-B4C329C3A94F}"/>
              </a:ext>
            </a:extLst>
          </p:cNvPr>
          <p:cNvCxnSpPr>
            <a:cxnSpLocks/>
          </p:cNvCxnSpPr>
          <p:nvPr/>
        </p:nvCxnSpPr>
        <p:spPr>
          <a:xfrm>
            <a:off x="6096000" y="1362719"/>
            <a:ext cx="0" cy="5490348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54A1D01-2B46-73F0-8DC7-926AA95F7DFC}"/>
              </a:ext>
            </a:extLst>
          </p:cNvPr>
          <p:cNvCxnSpPr>
            <a:cxnSpLocks/>
          </p:cNvCxnSpPr>
          <p:nvPr/>
        </p:nvCxnSpPr>
        <p:spPr>
          <a:xfrm flipH="1">
            <a:off x="0" y="1362719"/>
            <a:ext cx="12200040" cy="0"/>
          </a:xfrm>
          <a:prstGeom prst="line">
            <a:avLst/>
          </a:prstGeom>
          <a:ln w="9525">
            <a:solidFill>
              <a:srgbClr val="616867">
                <a:alpha val="45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1408251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5F27A1-B3E2-4312-9475-76586DB132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276838"/>
            <a:ext cx="11274552" cy="9144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FD6984-5D8F-6F35-3DC2-352D46E758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199" y="1475623"/>
            <a:ext cx="5184648" cy="676690"/>
          </a:xfrm>
        </p:spPr>
        <p:txBody>
          <a:bodyPr anchor="ctr">
            <a:normAutofit/>
          </a:bodyPr>
          <a:lstStyle>
            <a:lvl1pPr marL="0" indent="0">
              <a:buNone/>
              <a:defRPr sz="1800" b="0" cap="all" spc="16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9CD5136-48A0-D788-8CE2-627309A00EC8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57200" y="2522538"/>
            <a:ext cx="5178425" cy="38068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807CEA6-7FDB-2A72-485B-D38A79C1826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56248" y="1475622"/>
            <a:ext cx="5184648" cy="676690"/>
          </a:xfrm>
        </p:spPr>
        <p:txBody>
          <a:bodyPr anchor="ctr">
            <a:normAutofit/>
          </a:bodyPr>
          <a:lstStyle>
            <a:lvl1pPr marL="0" indent="0">
              <a:buNone/>
              <a:defRPr sz="1800" b="0" cap="all" spc="16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FC4D723F-4492-3B3B-CE74-0959714EEB14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556375" y="2522538"/>
            <a:ext cx="5175249" cy="38068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3FA108E0-63AE-4B5C-404F-AD0FEC4AB8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42E2EB77-3CF8-CDC9-D0D4-1AC07FC535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6918C09E-FCA3-F1F6-7408-40D98FCEA9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54F547E-1AC1-2FFD-3E17-DC3F25B07823}"/>
              </a:ext>
            </a:extLst>
          </p:cNvPr>
          <p:cNvCxnSpPr>
            <a:cxnSpLocks/>
          </p:cNvCxnSpPr>
          <p:nvPr/>
        </p:nvCxnSpPr>
        <p:spPr>
          <a:xfrm>
            <a:off x="6096000" y="1362719"/>
            <a:ext cx="0" cy="5490348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695E25D-D4B1-2002-F8AB-8B987C1683D9}"/>
              </a:ext>
            </a:extLst>
          </p:cNvPr>
          <p:cNvCxnSpPr>
            <a:cxnSpLocks/>
          </p:cNvCxnSpPr>
          <p:nvPr/>
        </p:nvCxnSpPr>
        <p:spPr>
          <a:xfrm flipH="1">
            <a:off x="0" y="2268129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335EA16-C700-BA75-F075-2E4BC3EAFBE2}"/>
              </a:ext>
            </a:extLst>
          </p:cNvPr>
          <p:cNvCxnSpPr>
            <a:cxnSpLocks/>
          </p:cNvCxnSpPr>
          <p:nvPr/>
        </p:nvCxnSpPr>
        <p:spPr>
          <a:xfrm flipH="1">
            <a:off x="0" y="1362719"/>
            <a:ext cx="12200040" cy="0"/>
          </a:xfrm>
          <a:prstGeom prst="line">
            <a:avLst/>
          </a:prstGeom>
          <a:ln w="9525">
            <a:solidFill>
              <a:srgbClr val="616867">
                <a:alpha val="45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0363362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4552C1-DD73-A90F-46E0-33A4D55801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38F8C10-87B8-01D2-2FEE-DAC41B9CF7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225E57E-7F73-3825-2158-80859BAD4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7A634BF-792D-AC8C-B0E0-492263401E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683646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151370D-0A93-44DD-E049-EF3265B73F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6FF00A2-5853-30A7-62F5-7C7CB5A221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3E97DA-A7DF-E3FF-8937-F6A36D17F5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663424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05319627-2791-E32D-91B0-857B27F822F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034473"/>
            <a:ext cx="11122508" cy="1993399"/>
          </a:xfrm>
        </p:spPr>
        <p:txBody>
          <a:bodyPr anchor="b">
            <a:normAutofit/>
          </a:bodyPr>
          <a:lstStyle>
            <a:lvl1pPr>
              <a:defRPr sz="6000" cap="all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57199" y="3528206"/>
            <a:ext cx="11122509" cy="2754253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>
                <a:solidFill>
                  <a:schemeClr val="tx2"/>
                </a:solidFill>
              </a:defRPr>
            </a:lvl1pPr>
            <a:lvl2pPr marL="228600" indent="0">
              <a:buNone/>
              <a:defRPr lang="en-US" dirty="0">
                <a:solidFill>
                  <a:schemeClr val="tx2"/>
                </a:solidFill>
              </a:defRPr>
            </a:lvl2pPr>
            <a:lvl3pPr marL="457200" indent="0">
              <a:buNone/>
              <a:defRPr lang="en-US" dirty="0">
                <a:solidFill>
                  <a:schemeClr val="tx2"/>
                </a:solidFill>
              </a:defRPr>
            </a:lvl3pPr>
            <a:lvl4pPr marL="685800" indent="0">
              <a:buNone/>
              <a:defRPr lang="en-US" dirty="0">
                <a:solidFill>
                  <a:schemeClr val="tx2"/>
                </a:solidFill>
              </a:defRPr>
            </a:lvl4pPr>
            <a:lvl5pPr marL="914400" indent="0">
              <a:buNone/>
              <a:defRPr lang="en-US" dirty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7200" y="6445997"/>
            <a:ext cx="3949302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2128EF9-7F8A-2F1B-41F7-2CA02A35CCA7}"/>
              </a:ext>
            </a:extLst>
          </p:cNvPr>
          <p:cNvCxnSpPr>
            <a:cxnSpLocks/>
          </p:cNvCxnSpPr>
          <p:nvPr/>
        </p:nvCxnSpPr>
        <p:spPr>
          <a:xfrm flipH="1">
            <a:off x="0" y="3191402"/>
            <a:ext cx="1219200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  <a:alpha val="3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1710285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onclusion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07CD7571-736E-B4CB-34E0-C8B31B5A98C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034473"/>
            <a:ext cx="6768193" cy="1993399"/>
          </a:xfrm>
        </p:spPr>
        <p:txBody>
          <a:bodyPr anchor="b">
            <a:normAutofit/>
          </a:bodyPr>
          <a:lstStyle>
            <a:lvl1pPr>
              <a:defRPr sz="6000" cap="all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57200" y="3528206"/>
            <a:ext cx="6768193" cy="1794899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>
                <a:solidFill>
                  <a:schemeClr val="tx2"/>
                </a:solidFill>
              </a:defRPr>
            </a:lvl1pPr>
            <a:lvl2pPr marL="228600" indent="0">
              <a:buNone/>
              <a:defRPr lang="en-US" dirty="0">
                <a:solidFill>
                  <a:schemeClr val="tx2"/>
                </a:solidFill>
              </a:defRPr>
            </a:lvl2pPr>
            <a:lvl3pPr marL="457200" indent="0">
              <a:buNone/>
              <a:defRPr lang="en-US" dirty="0">
                <a:solidFill>
                  <a:schemeClr val="tx2"/>
                </a:solidFill>
              </a:defRPr>
            </a:lvl3pPr>
            <a:lvl4pPr marL="685800" indent="0">
              <a:buNone/>
              <a:defRPr lang="en-US" dirty="0">
                <a:solidFill>
                  <a:schemeClr val="tx2"/>
                </a:solidFill>
              </a:defRPr>
            </a:lvl4pPr>
            <a:lvl5pPr marL="914400" indent="0">
              <a:buNone/>
              <a:defRPr lang="en-US" dirty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7200" y="6445997"/>
            <a:ext cx="3949302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2128EF9-7F8A-2F1B-41F7-2CA02A35CCA7}"/>
              </a:ext>
            </a:extLst>
          </p:cNvPr>
          <p:cNvCxnSpPr>
            <a:cxnSpLocks/>
          </p:cNvCxnSpPr>
          <p:nvPr/>
        </p:nvCxnSpPr>
        <p:spPr>
          <a:xfrm flipH="1">
            <a:off x="0" y="3191402"/>
            <a:ext cx="1219200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  <a:alpha val="3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8121767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C57148D-D60C-3359-4AC2-15A43E2217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533401"/>
            <a:ext cx="10515600" cy="115728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A8731C-FCAE-A05A-5A11-57005B86AB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952E70-B2DF-717F-6373-70A688FAD82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57200" y="6445997"/>
            <a:ext cx="394930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5215E5-6146-14C5-665E-EF04630DCB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737594" y="6445997"/>
            <a:ext cx="18421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E8FA3A-8706-3F4B-41CC-B024431F620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34800" y="6445997"/>
            <a:ext cx="457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82250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2808">
          <p15:clr>
            <a:srgbClr val="F26B43"/>
          </p15:clr>
        </p15:guide>
        <p15:guide id="3" pos="4872">
          <p15:clr>
            <a:srgbClr val="F26B43"/>
          </p15:clr>
        </p15:guide>
        <p15:guide id="4" pos="5160">
          <p15:clr>
            <a:srgbClr val="F26B43"/>
          </p15:clr>
        </p15:guide>
        <p15:guide id="5" pos="2520">
          <p15:clr>
            <a:srgbClr val="F26B43"/>
          </p15:clr>
        </p15:guide>
        <p15:guide id="6" pos="458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109728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dirty="0">
                <a:solidFill>
                  <a:srgbClr val="1F3754"/>
                </a:solidFill>
                <a:latin typeface="Aptos"/>
              </a:rPr>
              <a:t>AWS Machine Learning Engineer – Associate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74519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232323"/>
                </a:solidFill>
                <a:latin typeface="Aptos"/>
              </a:rPr>
              <a:t>Apache Spark and Feature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0" y="2834640"/>
            <a:ext cx="448056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rgbClr val="4472C4"/>
                </a:solidFill>
                <a:latin typeface="Aptos"/>
              </a:rPr>
              <a:t>week 4</a:t>
            </a:r>
            <a:r>
              <a:rPr sz="2000" b="1" dirty="0">
                <a:solidFill>
                  <a:srgbClr val="4472C4"/>
                </a:solidFill>
                <a:latin typeface="Aptos"/>
              </a:rPr>
              <a:t> – 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54480" y="3520440"/>
            <a:ext cx="9052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5C5C5C"/>
                </a:solidFill>
                <a:latin typeface="Aptos"/>
              </a:rPr>
              <a:t>Further topics: Hadoop, Spark, MLLib, streaming, EMR notebooks, feature engineering, and TF-IDF.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0" y="4754880"/>
            <a:ext cx="5212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dirty="0">
                <a:solidFill>
                  <a:srgbClr val="232323"/>
                </a:solidFill>
                <a:latin typeface="Aptos"/>
              </a:rPr>
              <a:t>Professor: Victor </a:t>
            </a:r>
            <a:r>
              <a:rPr sz="1300" b="0" dirty="0" err="1">
                <a:solidFill>
                  <a:srgbClr val="232323"/>
                </a:solidFill>
                <a:latin typeface="Aptos"/>
              </a:rPr>
              <a:t>Govindaswamy</a:t>
            </a:r>
            <a:br>
              <a:rPr dirty="0"/>
            </a:br>
            <a:r>
              <a:rPr dirty="0"/>
              <a:t>Presented by: Rushikesh Nayak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47472"/>
            <a:ext cx="10241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F3754"/>
                </a:solidFill>
                <a:latin typeface="Aptos"/>
              </a:rPr>
              <a:t>Hadoop and Apache Spark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784080" y="411480"/>
            <a:ext cx="169164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900" b="0" dirty="0">
                <a:solidFill>
                  <a:srgbClr val="5C5C5C"/>
                </a:solidFill>
                <a:latin typeface="Aptos"/>
              </a:rPr>
              <a:t>week 4</a:t>
            </a:r>
            <a:r>
              <a:rPr sz="900" b="0" dirty="0">
                <a:solidFill>
                  <a:srgbClr val="5C5C5C"/>
                </a:solidFill>
                <a:latin typeface="Aptos"/>
              </a:rPr>
              <a:t> – Part 3 | 2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914400"/>
            <a:ext cx="10881360" cy="18288"/>
          </a:xfrm>
          <a:prstGeom prst="rect">
            <a:avLst/>
          </a:prstGeom>
          <a:solidFill>
            <a:srgbClr val="4472C4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" y="1234440"/>
            <a:ext cx="10469880" cy="43499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470">
                <a:solidFill>
                  <a:srgbClr val="232323"/>
                </a:solidFill>
                <a:latin typeface="Aptos"/>
              </a:defRPr>
            </a:pPr>
            <a:r>
              <a:rPr sz="2400" dirty="0"/>
              <a:t>• Hadoop is introduced through three important ideas: HDFS for distributed storage, YARN for resource management, and MapReduce for distributed processing.</a:t>
            </a:r>
          </a:p>
          <a:p>
            <a:pPr>
              <a:spcAft>
                <a:spcPts val="1100"/>
              </a:spcAft>
              <a:defRPr sz="1470">
                <a:solidFill>
                  <a:srgbClr val="232323"/>
                </a:solidFill>
                <a:latin typeface="Aptos"/>
              </a:defRPr>
            </a:pPr>
            <a:r>
              <a:rPr sz="2400" dirty="0"/>
              <a:t>• Apache Spark works with the big-data ecosystem and provides another way to process large datasets.</a:t>
            </a:r>
          </a:p>
          <a:p>
            <a:pPr>
              <a:spcAft>
                <a:spcPts val="1100"/>
              </a:spcAft>
              <a:defRPr sz="1470">
                <a:solidFill>
                  <a:srgbClr val="232323"/>
                </a:solidFill>
                <a:latin typeface="Aptos"/>
              </a:defRPr>
            </a:pPr>
            <a:r>
              <a:rPr sz="2400" dirty="0"/>
              <a:t>• Spark is designed around distributed processing, where work can be divided across multiple machines instead of relying on one computer.</a:t>
            </a:r>
          </a:p>
          <a:p>
            <a:pPr>
              <a:spcAft>
                <a:spcPts val="1100"/>
              </a:spcAft>
              <a:defRPr sz="1470">
                <a:solidFill>
                  <a:srgbClr val="232323"/>
                </a:solidFill>
                <a:latin typeface="Aptos"/>
              </a:defRPr>
            </a:pPr>
            <a:r>
              <a:rPr sz="2400" dirty="0"/>
              <a:t>• This approach is useful when datasets become too large or processing becomes too expensive for a single machine.</a:t>
            </a:r>
          </a:p>
          <a:p>
            <a:pPr>
              <a:spcAft>
                <a:spcPts val="1100"/>
              </a:spcAft>
              <a:defRPr sz="1470">
                <a:solidFill>
                  <a:srgbClr val="232323"/>
                </a:solidFill>
                <a:latin typeface="Aptos"/>
              </a:defRPr>
            </a:pPr>
            <a:r>
              <a:rPr sz="2400" dirty="0"/>
              <a:t>• In an AWS environment, Spark can be run as part of Amazon EMR.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47472"/>
            <a:ext cx="10241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F3754"/>
                </a:solidFill>
                <a:latin typeface="Aptos"/>
              </a:rPr>
              <a:t>How Apache Spark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784080" y="411480"/>
            <a:ext cx="169164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900" b="0" dirty="0">
                <a:solidFill>
                  <a:srgbClr val="5C5C5C"/>
                </a:solidFill>
                <a:latin typeface="Aptos"/>
              </a:rPr>
              <a:t>week 4</a:t>
            </a:r>
            <a:r>
              <a:rPr sz="900" b="0" dirty="0">
                <a:solidFill>
                  <a:srgbClr val="5C5C5C"/>
                </a:solidFill>
                <a:latin typeface="Aptos"/>
              </a:rPr>
              <a:t> – Part 3 | 3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914400"/>
            <a:ext cx="10881360" cy="18288"/>
          </a:xfrm>
          <a:prstGeom prst="rect">
            <a:avLst/>
          </a:prstGeom>
          <a:solidFill>
            <a:srgbClr val="4472C4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" y="1234440"/>
            <a:ext cx="104698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410">
                <a:solidFill>
                  <a:srgbClr val="232323"/>
                </a:solidFill>
                <a:latin typeface="Aptos"/>
              </a:defRPr>
            </a:pPr>
            <a:r>
              <a:rPr sz="2400" dirty="0"/>
              <a:t>• A Spark application starts with a Driver Program that contains the Spark Context.</a:t>
            </a:r>
          </a:p>
          <a:p>
            <a:pPr>
              <a:spcAft>
                <a:spcPts val="1100"/>
              </a:spcAft>
              <a:defRPr sz="1410">
                <a:solidFill>
                  <a:srgbClr val="232323"/>
                </a:solidFill>
                <a:latin typeface="Aptos"/>
              </a:defRPr>
            </a:pPr>
            <a:r>
              <a:rPr sz="2400" dirty="0"/>
              <a:t>• The driver coordinates the application and communicates with a cluster manager such as Spark or YARN.</a:t>
            </a:r>
          </a:p>
          <a:p>
            <a:pPr>
              <a:spcAft>
                <a:spcPts val="1100"/>
              </a:spcAft>
              <a:defRPr sz="1410">
                <a:solidFill>
                  <a:srgbClr val="232323"/>
                </a:solidFill>
                <a:latin typeface="Aptos"/>
              </a:defRPr>
            </a:pPr>
            <a:r>
              <a:rPr sz="2400" dirty="0"/>
              <a:t>• The cluster manager provides resources to executors running across the cluster.</a:t>
            </a:r>
          </a:p>
          <a:p>
            <a:pPr>
              <a:spcAft>
                <a:spcPts val="1100"/>
              </a:spcAft>
              <a:defRPr sz="1410">
                <a:solidFill>
                  <a:srgbClr val="232323"/>
                </a:solidFill>
                <a:latin typeface="Aptos"/>
              </a:defRPr>
            </a:pPr>
            <a:r>
              <a:rPr sz="2400" dirty="0"/>
              <a:t>• Executors perform tasks and can cache data for faster repeated processing.</a:t>
            </a:r>
          </a:p>
          <a:p>
            <a:pPr>
              <a:spcAft>
                <a:spcPts val="1100"/>
              </a:spcAft>
              <a:defRPr sz="1410">
                <a:solidFill>
                  <a:srgbClr val="232323"/>
                </a:solidFill>
                <a:latin typeface="Aptos"/>
              </a:defRPr>
            </a:pPr>
            <a:r>
              <a:rPr sz="2400" dirty="0"/>
              <a:t>• Because multiple executors can work at the same time, Spark can process large datasets in parallel.</a:t>
            </a:r>
          </a:p>
          <a:p>
            <a:pPr>
              <a:spcAft>
                <a:spcPts val="1100"/>
              </a:spcAft>
              <a:defRPr sz="1410">
                <a:solidFill>
                  <a:srgbClr val="232323"/>
                </a:solidFill>
                <a:latin typeface="Aptos"/>
              </a:defRPr>
            </a:pPr>
            <a:r>
              <a:rPr sz="2400" dirty="0"/>
              <a:t>• This distributed architecture is one reason Spark is useful for big-data analytics and machine learning.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47472"/>
            <a:ext cx="10241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F3754"/>
                </a:solidFill>
                <a:latin typeface="Aptos"/>
              </a:rPr>
              <a:t>Spark Components and MLLib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784080" y="411480"/>
            <a:ext cx="169164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900" b="0" dirty="0">
                <a:solidFill>
                  <a:srgbClr val="5C5C5C"/>
                </a:solidFill>
                <a:latin typeface="Aptos"/>
              </a:rPr>
              <a:t>week 4</a:t>
            </a:r>
            <a:r>
              <a:rPr sz="900" b="0" dirty="0">
                <a:solidFill>
                  <a:srgbClr val="5C5C5C"/>
                </a:solidFill>
                <a:latin typeface="Aptos"/>
              </a:rPr>
              <a:t> – Part 3 | 4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914400"/>
            <a:ext cx="10881360" cy="18288"/>
          </a:xfrm>
          <a:prstGeom prst="rect">
            <a:avLst/>
          </a:prstGeom>
          <a:solidFill>
            <a:srgbClr val="4472C4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" y="1234440"/>
            <a:ext cx="10469880" cy="44909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410">
                <a:solidFill>
                  <a:srgbClr val="232323"/>
                </a:solidFill>
                <a:latin typeface="Aptos"/>
              </a:defRPr>
            </a:pPr>
            <a:r>
              <a:rPr sz="2400" dirty="0"/>
              <a:t>• Spark Core is the foundation of the Spark platform.</a:t>
            </a:r>
          </a:p>
          <a:p>
            <a:pPr>
              <a:spcAft>
                <a:spcPts val="1100"/>
              </a:spcAft>
              <a:defRPr sz="1410">
                <a:solidFill>
                  <a:srgbClr val="232323"/>
                </a:solidFill>
                <a:latin typeface="Aptos"/>
              </a:defRPr>
            </a:pPr>
            <a:r>
              <a:rPr sz="2400" dirty="0"/>
              <a:t>• Additional components shown in the course include Spark Streaming, Spark SQL, </a:t>
            </a:r>
            <a:r>
              <a:rPr sz="2400" dirty="0" err="1"/>
              <a:t>MLLib</a:t>
            </a:r>
            <a:r>
              <a:rPr sz="2400" dirty="0"/>
              <a:t>, and </a:t>
            </a:r>
            <a:r>
              <a:rPr sz="2400" dirty="0" err="1"/>
              <a:t>GraphX</a:t>
            </a:r>
            <a:r>
              <a:rPr sz="2400" dirty="0"/>
              <a:t>.</a:t>
            </a:r>
          </a:p>
          <a:p>
            <a:pPr>
              <a:spcAft>
                <a:spcPts val="1100"/>
              </a:spcAft>
              <a:defRPr sz="1410">
                <a:solidFill>
                  <a:srgbClr val="232323"/>
                </a:solidFill>
                <a:latin typeface="Aptos"/>
              </a:defRPr>
            </a:pPr>
            <a:r>
              <a:rPr sz="2400" dirty="0"/>
              <a:t>• </a:t>
            </a:r>
            <a:r>
              <a:rPr sz="2400" dirty="0" err="1"/>
              <a:t>MLLib</a:t>
            </a:r>
            <a:r>
              <a:rPr sz="2400" dirty="0"/>
              <a:t> is Spark's machine-learning library and supports classification methods such as logistic regression and naïve Bayes.</a:t>
            </a:r>
          </a:p>
          <a:p>
            <a:pPr>
              <a:spcAft>
                <a:spcPts val="1100"/>
              </a:spcAft>
              <a:defRPr sz="1410">
                <a:solidFill>
                  <a:srgbClr val="232323"/>
                </a:solidFill>
                <a:latin typeface="Aptos"/>
              </a:defRPr>
            </a:pPr>
            <a:r>
              <a:rPr sz="2400" dirty="0"/>
              <a:t>• It also includes regression, decision trees, K-Means clustering, ALS recommendation systems, and LDA topic modeling.</a:t>
            </a:r>
          </a:p>
          <a:p>
            <a:pPr>
              <a:spcAft>
                <a:spcPts val="1100"/>
              </a:spcAft>
              <a:defRPr sz="1410">
                <a:solidFill>
                  <a:srgbClr val="232323"/>
                </a:solidFill>
                <a:latin typeface="Aptos"/>
              </a:defRPr>
            </a:pPr>
            <a:r>
              <a:rPr sz="2400" dirty="0"/>
              <a:t>• </a:t>
            </a:r>
            <a:r>
              <a:rPr sz="2400" dirty="0" err="1"/>
              <a:t>MLLib</a:t>
            </a:r>
            <a:r>
              <a:rPr sz="2400" dirty="0"/>
              <a:t> provides workflow utilities for pipelines, feature transformation, and persistence.</a:t>
            </a:r>
          </a:p>
          <a:p>
            <a:pPr>
              <a:spcAft>
                <a:spcPts val="1100"/>
              </a:spcAft>
              <a:defRPr sz="1410">
                <a:solidFill>
                  <a:srgbClr val="232323"/>
                </a:solidFill>
                <a:latin typeface="Aptos"/>
              </a:defRPr>
            </a:pPr>
            <a:r>
              <a:rPr sz="2400" dirty="0"/>
              <a:t>• The course also lists PCA, SVD, and statistical capabilities.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47472"/>
            <a:ext cx="10241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F3754"/>
                </a:solidFill>
                <a:latin typeface="Aptos"/>
              </a:rPr>
              <a:t>Spark Structured Streaming and Kinesis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784080" y="411480"/>
            <a:ext cx="169164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900" b="0" dirty="0">
                <a:solidFill>
                  <a:srgbClr val="5C5C5C"/>
                </a:solidFill>
                <a:latin typeface="Aptos"/>
              </a:rPr>
              <a:t>week 4</a:t>
            </a:r>
            <a:r>
              <a:rPr sz="900" b="0" dirty="0">
                <a:solidFill>
                  <a:srgbClr val="5C5C5C"/>
                </a:solidFill>
                <a:latin typeface="Aptos"/>
              </a:rPr>
              <a:t> – Part 3 | 5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914400"/>
            <a:ext cx="10881360" cy="18288"/>
          </a:xfrm>
          <a:prstGeom prst="rect">
            <a:avLst/>
          </a:prstGeom>
          <a:solidFill>
            <a:srgbClr val="4472C4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" y="1234440"/>
            <a:ext cx="10469880" cy="53963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470">
                <a:solidFill>
                  <a:srgbClr val="232323"/>
                </a:solidFill>
                <a:latin typeface="Aptos"/>
              </a:defRPr>
            </a:pPr>
            <a:r>
              <a:rPr sz="2800" dirty="0"/>
              <a:t>• Spark Structured Streaming allows applications to process continuously arriving data using Spark.</a:t>
            </a:r>
          </a:p>
          <a:p>
            <a:pPr>
              <a:spcAft>
                <a:spcPts val="1100"/>
              </a:spcAft>
              <a:defRPr sz="1470">
                <a:solidFill>
                  <a:srgbClr val="232323"/>
                </a:solidFill>
                <a:latin typeface="Aptos"/>
              </a:defRPr>
            </a:pPr>
            <a:r>
              <a:rPr sz="2800" dirty="0"/>
              <a:t>• The course example reads JSON streaming data, groups records by action and a one-hour time window, counts them, and writes results to a database.</a:t>
            </a:r>
          </a:p>
          <a:p>
            <a:pPr>
              <a:spcAft>
                <a:spcPts val="1100"/>
              </a:spcAft>
              <a:defRPr sz="1470">
                <a:solidFill>
                  <a:srgbClr val="232323"/>
                </a:solidFill>
                <a:latin typeface="Aptos"/>
              </a:defRPr>
            </a:pPr>
            <a:r>
              <a:rPr sz="2800" dirty="0"/>
              <a:t>• Spark can also integrate with Amazon Kinesis for streaming workloads.</a:t>
            </a:r>
          </a:p>
          <a:p>
            <a:pPr>
              <a:spcAft>
                <a:spcPts val="1100"/>
              </a:spcAft>
              <a:defRPr sz="1470">
                <a:solidFill>
                  <a:srgbClr val="232323"/>
                </a:solidFill>
                <a:latin typeface="Aptos"/>
              </a:defRPr>
            </a:pPr>
            <a:r>
              <a:rPr sz="2800" dirty="0"/>
              <a:t>• Kinesis producers continuously send records, while Spark can process the incoming stream as a dataset.</a:t>
            </a:r>
          </a:p>
          <a:p>
            <a:pPr>
              <a:spcAft>
                <a:spcPts val="1100"/>
              </a:spcAft>
              <a:defRPr sz="1470">
                <a:solidFill>
                  <a:srgbClr val="232323"/>
                </a:solidFill>
                <a:latin typeface="Aptos"/>
              </a:defRPr>
            </a:pPr>
            <a:r>
              <a:rPr sz="2800" dirty="0"/>
              <a:t>• This combination is useful when real-time AWS data needs distributed processing or analytics.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47472"/>
            <a:ext cx="10241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F3754"/>
                </a:solidFill>
                <a:latin typeface="Aptos"/>
              </a:rPr>
              <a:t>Zeppelin, EMR Notebooks, and EMR Security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784080" y="411480"/>
            <a:ext cx="169164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900" b="0" dirty="0">
                <a:solidFill>
                  <a:srgbClr val="5C5C5C"/>
                </a:solidFill>
                <a:latin typeface="Aptos"/>
              </a:rPr>
              <a:t>week 4</a:t>
            </a:r>
            <a:r>
              <a:rPr sz="900" b="0" dirty="0">
                <a:solidFill>
                  <a:srgbClr val="5C5C5C"/>
                </a:solidFill>
                <a:latin typeface="Aptos"/>
              </a:rPr>
              <a:t> – Part 3 | 6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914400"/>
            <a:ext cx="10881360" cy="18288"/>
          </a:xfrm>
          <a:prstGeom prst="rect">
            <a:avLst/>
          </a:prstGeom>
          <a:solidFill>
            <a:srgbClr val="4472C4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" y="1234440"/>
            <a:ext cx="10469880" cy="47192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470">
                <a:solidFill>
                  <a:srgbClr val="232323"/>
                </a:solidFill>
                <a:latin typeface="Aptos"/>
              </a:defRPr>
            </a:pPr>
            <a:r>
              <a:rPr sz="2400" dirty="0"/>
              <a:t>• Apache Zeppelin allows developers to run Spark code interactively, which can make experimentation and data exploration faster.</a:t>
            </a:r>
          </a:p>
          <a:p>
            <a:pPr>
              <a:spcAft>
                <a:spcPts val="1100"/>
              </a:spcAft>
              <a:defRPr sz="1470">
                <a:solidFill>
                  <a:srgbClr val="232323"/>
                </a:solidFill>
                <a:latin typeface="Aptos"/>
              </a:defRPr>
            </a:pPr>
            <a:r>
              <a:rPr sz="2400" dirty="0"/>
              <a:t>• Zeppelin can execute Spark SQL queries and visualize query results using charts and graphs.</a:t>
            </a:r>
          </a:p>
          <a:p>
            <a:pPr>
              <a:spcAft>
                <a:spcPts val="1100"/>
              </a:spcAft>
              <a:defRPr sz="1470">
                <a:solidFill>
                  <a:srgbClr val="232323"/>
                </a:solidFill>
                <a:latin typeface="Aptos"/>
              </a:defRPr>
            </a:pPr>
            <a:r>
              <a:rPr sz="2400" dirty="0"/>
              <a:t>• EMR Notebook provides a similar notebook concept with additional AWS integration.</a:t>
            </a:r>
          </a:p>
          <a:p>
            <a:pPr>
              <a:spcAft>
                <a:spcPts val="1100"/>
              </a:spcAft>
              <a:defRPr sz="1470">
                <a:solidFill>
                  <a:srgbClr val="232323"/>
                </a:solidFill>
                <a:latin typeface="Aptos"/>
              </a:defRPr>
            </a:pPr>
            <a:r>
              <a:rPr sz="2400" dirty="0"/>
              <a:t>• The course states that EMR notebooks are backed up to S3, can provision clusters, are hosted inside a VPC, and are accessed through the AWS console.</a:t>
            </a:r>
          </a:p>
          <a:p>
            <a:pPr>
              <a:spcAft>
                <a:spcPts val="1100"/>
              </a:spcAft>
              <a:defRPr sz="1470">
                <a:solidFill>
                  <a:srgbClr val="232323"/>
                </a:solidFill>
                <a:latin typeface="Aptos"/>
              </a:defRPr>
            </a:pPr>
            <a:r>
              <a:rPr sz="2400" dirty="0"/>
              <a:t>• EMR security includes IAM policies, IAM roles, Kerberos, SSH, Lake Formation security configurations, and Apache Ranger integration for Hadoop and Hive data security.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47472"/>
            <a:ext cx="10241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F3754"/>
                </a:solidFill>
                <a:latin typeface="Aptos"/>
              </a:rPr>
              <a:t>Choosing EMR Instance Types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784080" y="411480"/>
            <a:ext cx="169164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900" b="0" dirty="0">
                <a:solidFill>
                  <a:srgbClr val="5C5C5C"/>
                </a:solidFill>
                <a:latin typeface="Aptos"/>
              </a:rPr>
              <a:t>week 4</a:t>
            </a:r>
            <a:r>
              <a:rPr sz="900" b="0" dirty="0">
                <a:solidFill>
                  <a:srgbClr val="5C5C5C"/>
                </a:solidFill>
                <a:latin typeface="Aptos"/>
              </a:rPr>
              <a:t> – Part 3 | 7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914400"/>
            <a:ext cx="10881360" cy="18288"/>
          </a:xfrm>
          <a:prstGeom prst="rect">
            <a:avLst/>
          </a:prstGeom>
          <a:solidFill>
            <a:srgbClr val="4472C4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" y="1234440"/>
            <a:ext cx="104698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410">
                <a:solidFill>
                  <a:srgbClr val="232323"/>
                </a:solidFill>
                <a:latin typeface="Aptos"/>
              </a:defRPr>
            </a:pPr>
            <a:r>
              <a:rPr sz="2400" dirty="0"/>
              <a:t>• The appropriate EC2 instance type depends on the role of the node and the workload.</a:t>
            </a:r>
          </a:p>
          <a:p>
            <a:pPr>
              <a:spcAft>
                <a:spcPts val="1100"/>
              </a:spcAft>
              <a:defRPr sz="1410">
                <a:solidFill>
                  <a:srgbClr val="232323"/>
                </a:solidFill>
                <a:latin typeface="Aptos"/>
              </a:defRPr>
            </a:pPr>
            <a:r>
              <a:rPr sz="2400" dirty="0"/>
              <a:t>• The course gives general-purpose instance examples for normal master, core, and task-node workloads.</a:t>
            </a:r>
          </a:p>
          <a:p>
            <a:pPr>
              <a:spcAft>
                <a:spcPts val="1100"/>
              </a:spcAft>
              <a:defRPr sz="1410">
                <a:solidFill>
                  <a:srgbClr val="232323"/>
                </a:solidFill>
                <a:latin typeface="Aptos"/>
              </a:defRPr>
            </a:pPr>
            <a:r>
              <a:rPr sz="2400" dirty="0"/>
              <a:t>• Compute-intensive applications can benefit from high-CPU instances, while databases and memory-caching workloads can use high-memory instances.</a:t>
            </a:r>
          </a:p>
          <a:p>
            <a:pPr>
              <a:spcAft>
                <a:spcPts val="1100"/>
              </a:spcAft>
              <a:defRPr sz="1410">
                <a:solidFill>
                  <a:srgbClr val="232323"/>
                </a:solidFill>
                <a:latin typeface="Aptos"/>
              </a:defRPr>
            </a:pPr>
            <a:r>
              <a:rPr sz="2400" dirty="0"/>
              <a:t>• Network- and CPU-intensive workloads such as NLP and machine learning may use cluster-compute style instances.</a:t>
            </a:r>
          </a:p>
          <a:p>
            <a:pPr>
              <a:spcAft>
                <a:spcPts val="1100"/>
              </a:spcAft>
              <a:defRPr sz="1410">
                <a:solidFill>
                  <a:srgbClr val="232323"/>
                </a:solidFill>
                <a:latin typeface="Aptos"/>
              </a:defRPr>
            </a:pPr>
            <a:r>
              <a:rPr sz="2400" dirty="0"/>
              <a:t>• Accelerated computing and AI workloads can use GPU instances.</a:t>
            </a:r>
          </a:p>
          <a:p>
            <a:pPr>
              <a:spcAft>
                <a:spcPts val="1100"/>
              </a:spcAft>
              <a:defRPr sz="1410">
                <a:solidFill>
                  <a:srgbClr val="232323"/>
                </a:solidFill>
                <a:latin typeface="Aptos"/>
              </a:defRPr>
            </a:pPr>
            <a:r>
              <a:rPr sz="2400" dirty="0"/>
              <a:t>• Spot Instances are a good choice for task nodes because task nodes do not host HDFS data; using Spot for core or master nodes creates more risk.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47472"/>
            <a:ext cx="10241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F3754"/>
                </a:solidFill>
                <a:latin typeface="Aptos"/>
              </a:rPr>
              <a:t>What Is Feature Engineering?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784080" y="411480"/>
            <a:ext cx="169164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900" b="0" dirty="0">
                <a:solidFill>
                  <a:srgbClr val="5C5C5C"/>
                </a:solidFill>
                <a:latin typeface="Aptos"/>
              </a:rPr>
              <a:t>week 4</a:t>
            </a:r>
            <a:r>
              <a:rPr sz="900" b="0" dirty="0">
                <a:solidFill>
                  <a:srgbClr val="5C5C5C"/>
                </a:solidFill>
                <a:latin typeface="Aptos"/>
              </a:rPr>
              <a:t> – Part 3 | 8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914400"/>
            <a:ext cx="10881360" cy="18288"/>
          </a:xfrm>
          <a:prstGeom prst="rect">
            <a:avLst/>
          </a:prstGeom>
          <a:solidFill>
            <a:srgbClr val="4472C4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" y="1234440"/>
            <a:ext cx="104698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410">
                <a:solidFill>
                  <a:srgbClr val="232323"/>
                </a:solidFill>
                <a:latin typeface="Aptos"/>
              </a:defRPr>
            </a:pPr>
            <a:r>
              <a:rPr sz="2400" dirty="0"/>
              <a:t>• Feature engineering means using knowledge of the data and the selected model to create better input features for machine-learning training.</a:t>
            </a:r>
          </a:p>
          <a:p>
            <a:pPr>
              <a:spcAft>
                <a:spcPts val="1100"/>
              </a:spcAft>
              <a:defRPr sz="1410">
                <a:solidFill>
                  <a:srgbClr val="232323"/>
                </a:solidFill>
                <a:latin typeface="Aptos"/>
              </a:defRPr>
            </a:pPr>
            <a:r>
              <a:rPr sz="2400" dirty="0"/>
              <a:t>• It includes deciding which features should be used and whether existing features need transformation.</a:t>
            </a:r>
          </a:p>
          <a:p>
            <a:pPr>
              <a:spcAft>
                <a:spcPts val="1100"/>
              </a:spcAft>
              <a:defRPr sz="1410">
                <a:solidFill>
                  <a:srgbClr val="232323"/>
                </a:solidFill>
                <a:latin typeface="Aptos"/>
              </a:defRPr>
            </a:pPr>
            <a:r>
              <a:rPr sz="2400" dirty="0"/>
              <a:t>• It also includes handling missing data and creating useful new features from existing information.</a:t>
            </a:r>
          </a:p>
          <a:p>
            <a:pPr>
              <a:spcAft>
                <a:spcPts val="1100"/>
              </a:spcAft>
              <a:defRPr sz="1410">
                <a:solidFill>
                  <a:srgbClr val="232323"/>
                </a:solidFill>
                <a:latin typeface="Aptos"/>
              </a:defRPr>
            </a:pPr>
            <a:r>
              <a:rPr sz="2400" dirty="0"/>
              <a:t>• The course emphasizes that simply giving raw data to a model does not guarantee good results.</a:t>
            </a:r>
          </a:p>
          <a:p>
            <a:pPr>
              <a:spcAft>
                <a:spcPts val="1100"/>
              </a:spcAft>
              <a:defRPr sz="1410">
                <a:solidFill>
                  <a:srgbClr val="232323"/>
                </a:solidFill>
                <a:latin typeface="Aptos"/>
              </a:defRPr>
            </a:pPr>
            <a:r>
              <a:rPr sz="2400" dirty="0"/>
              <a:t>• Domain knowledge is important because understanding the problem helps determine which information is meaningful for the model.</a:t>
            </a:r>
          </a:p>
          <a:p>
            <a:pPr>
              <a:spcAft>
                <a:spcPts val="1100"/>
              </a:spcAft>
              <a:defRPr sz="1410">
                <a:solidFill>
                  <a:srgbClr val="232323"/>
                </a:solidFill>
                <a:latin typeface="Aptos"/>
              </a:defRPr>
            </a:pPr>
            <a:r>
              <a:rPr sz="2400" dirty="0"/>
              <a:t>• Feature engineering is therefore a major part of practical machine learning.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47472"/>
            <a:ext cx="10241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F3754"/>
                </a:solidFill>
                <a:latin typeface="Aptos"/>
              </a:rPr>
              <a:t>The Curse of Dimensionality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784080" y="411480"/>
            <a:ext cx="169164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900" b="0" dirty="0">
                <a:solidFill>
                  <a:srgbClr val="5C5C5C"/>
                </a:solidFill>
                <a:latin typeface="Aptos"/>
              </a:rPr>
              <a:t>week 4</a:t>
            </a:r>
            <a:r>
              <a:rPr sz="900" b="0" dirty="0">
                <a:solidFill>
                  <a:srgbClr val="5C5C5C"/>
                </a:solidFill>
                <a:latin typeface="Aptos"/>
              </a:rPr>
              <a:t> – Part 3 | 9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914400"/>
            <a:ext cx="10881360" cy="18288"/>
          </a:xfrm>
          <a:prstGeom prst="rect">
            <a:avLst/>
          </a:prstGeom>
          <a:solidFill>
            <a:srgbClr val="4472C4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" y="1234440"/>
            <a:ext cx="10469880" cy="44909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410">
                <a:solidFill>
                  <a:srgbClr val="232323"/>
                </a:solidFill>
                <a:latin typeface="Aptos"/>
              </a:defRPr>
            </a:pPr>
            <a:r>
              <a:rPr sz="2400" dirty="0"/>
              <a:t>• Every feature adds another dimension to the dataset.</a:t>
            </a:r>
          </a:p>
          <a:p>
            <a:pPr>
              <a:spcAft>
                <a:spcPts val="1100"/>
              </a:spcAft>
              <a:defRPr sz="1410">
                <a:solidFill>
                  <a:srgbClr val="232323"/>
                </a:solidFill>
                <a:latin typeface="Aptos"/>
              </a:defRPr>
            </a:pPr>
            <a:r>
              <a:rPr sz="2400" dirty="0"/>
              <a:t>• Having too many features can create sparse data and make the machine-learning problem more difficult.</a:t>
            </a:r>
          </a:p>
          <a:p>
            <a:pPr>
              <a:spcAft>
                <a:spcPts val="1100"/>
              </a:spcAft>
              <a:defRPr sz="1410">
                <a:solidFill>
                  <a:srgbClr val="232323"/>
                </a:solidFill>
                <a:latin typeface="Aptos"/>
              </a:defRPr>
            </a:pPr>
            <a:r>
              <a:rPr sz="2400" dirty="0"/>
              <a:t>• Feature engineering therefore includes selecting the features that are most relevant to the problem.</a:t>
            </a:r>
          </a:p>
          <a:p>
            <a:pPr>
              <a:spcAft>
                <a:spcPts val="1100"/>
              </a:spcAft>
              <a:defRPr sz="1410">
                <a:solidFill>
                  <a:srgbClr val="232323"/>
                </a:solidFill>
                <a:latin typeface="Aptos"/>
              </a:defRPr>
            </a:pPr>
            <a:r>
              <a:rPr sz="2400" dirty="0"/>
              <a:t>• Domain knowledge helps identify which features provide useful information and which may add unnecessary complexity.</a:t>
            </a:r>
          </a:p>
          <a:p>
            <a:pPr>
              <a:spcAft>
                <a:spcPts val="1100"/>
              </a:spcAft>
              <a:defRPr sz="1410">
                <a:solidFill>
                  <a:srgbClr val="232323"/>
                </a:solidFill>
                <a:latin typeface="Aptos"/>
              </a:defRPr>
            </a:pPr>
            <a:r>
              <a:rPr sz="2400" dirty="0"/>
              <a:t>• Dimensionality-reduction techniques can reduce many features into a smaller representation.</a:t>
            </a:r>
          </a:p>
          <a:p>
            <a:pPr>
              <a:spcAft>
                <a:spcPts val="1100"/>
              </a:spcAft>
              <a:defRPr sz="1410">
                <a:solidFill>
                  <a:srgbClr val="232323"/>
                </a:solidFill>
                <a:latin typeface="Aptos"/>
              </a:defRPr>
            </a:pPr>
            <a:r>
              <a:rPr sz="2400" dirty="0"/>
              <a:t>• The course mentions PCA and K-Means in this discussion.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47472"/>
            <a:ext cx="10241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F3754"/>
                </a:solidFill>
                <a:latin typeface="Aptos"/>
              </a:rPr>
              <a:t>TF-IDF and N-Grams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784080" y="411480"/>
            <a:ext cx="169164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900" b="0" dirty="0">
                <a:solidFill>
                  <a:srgbClr val="5C5C5C"/>
                </a:solidFill>
                <a:latin typeface="Aptos"/>
              </a:rPr>
              <a:t>week 4</a:t>
            </a:r>
            <a:r>
              <a:rPr sz="900" b="0" dirty="0">
                <a:solidFill>
                  <a:srgbClr val="5C5C5C"/>
                </a:solidFill>
                <a:latin typeface="Aptos"/>
              </a:rPr>
              <a:t> – Part 3 | 10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914400"/>
            <a:ext cx="10881360" cy="18288"/>
          </a:xfrm>
          <a:prstGeom prst="rect">
            <a:avLst/>
          </a:prstGeom>
          <a:solidFill>
            <a:srgbClr val="4472C4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" y="1234440"/>
            <a:ext cx="10469880" cy="44909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410">
                <a:solidFill>
                  <a:srgbClr val="232323"/>
                </a:solidFill>
                <a:latin typeface="Aptos"/>
              </a:defRPr>
            </a:pPr>
            <a:r>
              <a:rPr sz="2000" dirty="0"/>
              <a:t>• TF-IDF stands for Term Frequency–Inverse Document Frequency and helps estimate how relevant a term is to a document.</a:t>
            </a:r>
          </a:p>
          <a:p>
            <a:pPr>
              <a:spcAft>
                <a:spcPts val="1100"/>
              </a:spcAft>
              <a:defRPr sz="1410">
                <a:solidFill>
                  <a:srgbClr val="232323"/>
                </a:solidFill>
                <a:latin typeface="Aptos"/>
              </a:defRPr>
            </a:pPr>
            <a:r>
              <a:rPr sz="2000" dirty="0"/>
              <a:t>• Term Frequency measures how often a word appears in one document, while Document Frequency measures how commonly that word appears across many documents.</a:t>
            </a:r>
          </a:p>
          <a:p>
            <a:pPr>
              <a:spcAft>
                <a:spcPts val="1100"/>
              </a:spcAft>
              <a:defRPr sz="1410">
                <a:solidFill>
                  <a:srgbClr val="232323"/>
                </a:solidFill>
                <a:latin typeface="Aptos"/>
              </a:defRPr>
            </a:pPr>
            <a:r>
              <a:rPr sz="2000" dirty="0"/>
              <a:t>• TF-IDF gives more importance to words that are frequent in a particular document but less common across the overall document collection.</a:t>
            </a:r>
          </a:p>
          <a:p>
            <a:pPr>
              <a:spcAft>
                <a:spcPts val="1100"/>
              </a:spcAft>
              <a:defRPr sz="1410">
                <a:solidFill>
                  <a:srgbClr val="232323"/>
                </a:solidFill>
                <a:latin typeface="Aptos"/>
              </a:defRPr>
            </a:pPr>
            <a:r>
              <a:rPr sz="2000" dirty="0"/>
              <a:t>• In practice, text must be parsed and represented efficiently, and issues such as synonyms, tense, capitalization, abbreviations, and misspellings make large-scale processing challenging.</a:t>
            </a:r>
          </a:p>
          <a:p>
            <a:pPr>
              <a:spcAft>
                <a:spcPts val="1100"/>
              </a:spcAft>
              <a:defRPr sz="1410">
                <a:solidFill>
                  <a:srgbClr val="232323"/>
                </a:solidFill>
                <a:latin typeface="Aptos"/>
              </a:defRPr>
            </a:pPr>
            <a:r>
              <a:rPr sz="2000" dirty="0"/>
              <a:t>• Spark can help perform this text-processing work at scale.</a:t>
            </a:r>
          </a:p>
          <a:p>
            <a:pPr>
              <a:spcAft>
                <a:spcPts val="1100"/>
              </a:spcAft>
              <a:defRPr sz="1410">
                <a:solidFill>
                  <a:srgbClr val="232323"/>
                </a:solidFill>
                <a:latin typeface="Aptos"/>
              </a:defRPr>
            </a:pPr>
            <a:r>
              <a:rPr sz="2000" dirty="0"/>
              <a:t>• N-grams extend the idea from individual words to sequences: unigrams are single words, bigrams are two-word sequences, and trigrams are three-word sequences.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hoji">
  <a:themeElements>
    <a:clrScheme name="Shoji">
      <a:dk1>
        <a:srgbClr val="131313"/>
      </a:dk1>
      <a:lt1>
        <a:sysClr val="window" lastClr="FFFFFF"/>
      </a:lt1>
      <a:dk2>
        <a:srgbClr val="1D3433"/>
      </a:dk2>
      <a:lt2>
        <a:srgbClr val="F3F2ED"/>
      </a:lt2>
      <a:accent1>
        <a:srgbClr val="7C5C3E"/>
      </a:accent1>
      <a:accent2>
        <a:srgbClr val="B8A189"/>
      </a:accent2>
      <a:accent3>
        <a:srgbClr val="A1A696"/>
      </a:accent3>
      <a:accent4>
        <a:srgbClr val="566868"/>
      </a:accent4>
      <a:accent5>
        <a:srgbClr val="786F50"/>
      </a:accent5>
      <a:accent6>
        <a:srgbClr val="A9A375"/>
      </a:accent6>
      <a:hlink>
        <a:srgbClr val="B1785F"/>
      </a:hlink>
      <a:folHlink>
        <a:srgbClr val="6C7F7F"/>
      </a:folHlink>
    </a:clrScheme>
    <a:fontScheme name="Custom 35">
      <a:majorFont>
        <a:latin typeface="Walbaum Display"/>
        <a:ea typeface=""/>
        <a:cs typeface=""/>
      </a:majorFont>
      <a:minorFont>
        <a:latin typeface="Apto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Shoji" id="{FC7F6458-703E-4B19-BAF9-E88A9B02521B}" vid="{6FBA4037-BA28-4926-BD89-6C54034403A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Shoji</Template>
  <TotalTime>2</TotalTime>
  <Words>1078</Words>
  <Application>Microsoft Office PowerPoint</Application>
  <PresentationFormat>Widescreen</PresentationFormat>
  <Paragraphs>74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Aptos</vt:lpstr>
      <vt:lpstr>Aptos Light</vt:lpstr>
      <vt:lpstr>Arial</vt:lpstr>
      <vt:lpstr>Walbaum Display</vt:lpstr>
      <vt:lpstr>Shoji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rushikesh nayak</cp:lastModifiedBy>
  <cp:revision>1</cp:revision>
  <dcterms:created xsi:type="dcterms:W3CDTF">2013-01-27T09:14:16Z</dcterms:created>
  <dcterms:modified xsi:type="dcterms:W3CDTF">2026-10-06T21:12:35Z</dcterms:modified>
  <cp:category/>
</cp:coreProperties>
</file>