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D478A-549F-480C-BF58-E9F683125B9C}" v="2" dt="2026-10-06T21:01:20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nayak" userId="335f63fe9b7688ce" providerId="LiveId" clId="{CBEC0FC1-7493-40C3-9D22-C412FCBEBCB3}"/>
    <pc:docChg chg="modSld">
      <pc:chgData name="rushikesh nayak" userId="335f63fe9b7688ce" providerId="LiveId" clId="{CBEC0FC1-7493-40C3-9D22-C412FCBEBCB3}" dt="2026-10-06T21:01:20.355" v="9"/>
      <pc:docMkLst>
        <pc:docMk/>
      </pc:docMkLst>
      <pc:sldChg chg="modSp">
        <pc:chgData name="rushikesh nayak" userId="335f63fe9b7688ce" providerId="LiveId" clId="{CBEC0FC1-7493-40C3-9D22-C412FCBEBCB3}" dt="2026-10-06T21:01:20.355" v="9"/>
        <pc:sldMkLst>
          <pc:docMk/>
          <pc:sldMk cId="0" sldId="256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57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58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59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60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61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62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63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64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01:20.355" v="9"/>
        <pc:sldMkLst>
          <pc:docMk/>
          <pc:sldMk cId="0" sldId="265"/>
        </pc:sldMkLst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5"/>
            <ac:spMk id="2" creationId="{00000000-0000-0000-0000-000000000000}"/>
          </ac:spMkLst>
        </pc:spChg>
        <pc:spChg chg="mod">
          <ac:chgData name="rushikesh nayak" userId="335f63fe9b7688ce" providerId="LiveId" clId="{CBEC0FC1-7493-40C3-9D22-C412FCBEBCB3}" dt="2026-10-06T21:01:20.355" v="9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530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34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301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425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147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58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26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40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3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31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51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493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341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786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003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84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59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796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731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611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609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5285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386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595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601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51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184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9260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F3754"/>
                </a:solidFill>
                <a:latin typeface="Aptos"/>
              </a:rPr>
              <a:t>AWS Machine Learning Engineer – Associate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32323"/>
                </a:solidFill>
                <a:latin typeface="Aptos"/>
              </a:rPr>
              <a:t>Amazon EMR and Big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788920"/>
            <a:ext cx="4480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4472C4"/>
                </a:solidFill>
                <a:latin typeface="Aptos"/>
              </a:rPr>
              <a:t>week 4</a:t>
            </a:r>
            <a:r>
              <a:rPr sz="2000" b="1" dirty="0">
                <a:solidFill>
                  <a:srgbClr val="4472C4"/>
                </a:solidFill>
                <a:latin typeface="Aptos"/>
              </a:rPr>
              <a:t> –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5C5C"/>
                </a:solidFill>
                <a:latin typeface="Aptos"/>
              </a:rPr>
              <a:t>Further topics from the AWS course: EMR clusters, storage, Serverless, security, and EMR on 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7091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Professor: Victor Govindaswamy</a:t>
            </a:r>
            <a:br/>
            <a:r>
              <a:t>Presented by: Rushikesh Nayak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What Is Amazon EMR?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stands for Elastic MapReduce and is AWS's managed framework for running big-data technologies on EC2 instances.</a:t>
            </a:r>
          </a:p>
          <a:p>
            <a:pPr>
              <a:spcAft>
                <a:spcPts val="800"/>
              </a:spcAft>
              <a:defRPr sz="13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lists technologies such as Apache Spark, Hadoop, HBase, Presto, Flink, and Hive.</a:t>
            </a:r>
          </a:p>
          <a:p>
            <a:pPr>
              <a:spcAft>
                <a:spcPts val="800"/>
              </a:spcAft>
              <a:defRPr sz="13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Instead of manually building every server in a big-data environment, EMR helps create and manage the cluster infrastructure.</a:t>
            </a:r>
          </a:p>
          <a:p>
            <a:pPr>
              <a:spcAft>
                <a:spcPts val="800"/>
              </a:spcAft>
              <a:defRPr sz="13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can work with large datasets for data transformation, analytics, and preparation before machine learning.</a:t>
            </a:r>
          </a:p>
          <a:p>
            <a:pPr>
              <a:spcAft>
                <a:spcPts val="800"/>
              </a:spcAft>
              <a:defRPr sz="13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Notebooks and several AWS integration points are also part of the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Understanding an EMR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An EMR cluster contains different node roles: master, core, and task nodes.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master node manages and coordinates the cluster.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Core nodes run processing tasks and also store HDFS data.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Core nodes can be scaled, but removing them has some data-loss risk because they can contain HDFS data.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Task nodes run processing tasks but do not store HDFS data.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Because task nodes do not host data, the course identifies them as a good use case for Spot Instances.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How EMR Clusters 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clusters can be transient or long-running depending on the workload.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 transient cluster can be created for a job and removed when processing is finished.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Task nodes can use Spot Instances to provide temporary lower-cost processing capacity.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For long-running clusters, Reserved Instances can help reduce cost.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Jobs can be run by connecting to the master node or by submitting ordered steps through the AWS console.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Serverless is another option where AWS automatically manages the processing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EMR Integration with AWS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34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Amazon EC2 provides the compute instances used as EMR cluster nodes.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Amazon VPC provides the virtual network where the cluster instances are launched.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Amazon S3 can store input datasets and output results.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Amazon CloudWatch monitors cluster performance and can create alarms.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AWS IAM controls permissions, while AWS CloudTrail can audit requests made to the service.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also lists AWS Data Pipeline for scheduling and starting clusters.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EMR Storage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HDFS is the Hadoop Distributed File System and can store data across nodes in an EMR cluster.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EMRFS allows EMR applications to access Amazon S3 as if it were HDFS.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mentions EMRFS Consistent View as an optional mechanism that uses DynamoDB to track S3 consistency.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EMR can also use the local file system.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EBS can be used for HDFS storage.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Using S3 for input and output can separate durable data storage from the lifetime of a temporary processing cluster.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EMR Scaling and Cost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states that EMR charges are combined with the underlying EC2 charges.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If a core node fails, EMR can provision a replacement node.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Task nodes can be added and removed while the cluster is running.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 running cluster can also resize its core-node capacity.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These features allow processing capacity to change as the workload changes.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Cost decisions include cluster lifetime, instance purchasing options, and how much temporary task capacity is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What Is EMR Serverless?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Serverless lets users choose an EMR release and runtime such as Spark, Hive, or Presto and then submit jobs without managing a traditional cluster.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manages the underlying capacity and schedules workers based on the job requirements.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Users can still define default worker sizes and pre-initialized capacity.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service can operate across multiple Availability Zones within one AWS Region.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main benefit is that teams do not need to estimate and manually provision the full number of workers for every workload.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However, the course notes that worker configuration still matters even though the service is called serverless.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EMR Serverless: Jobs, Lifecycle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Serverless jobs use an execution role that allows the service to access required resources such as S3, Glue, or KMS.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Applications have lifecycle states such as Creating, Started, Stopping, Stopped, and Terminated.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warns that application lifecycle actions are not completely automatic; APIs such as </a:t>
            </a:r>
            <a:r>
              <a:rPr sz="2400" dirty="0" err="1"/>
              <a:t>CreateApplication</a:t>
            </a:r>
            <a:r>
              <a:rPr sz="2400" dirty="0"/>
              <a:t>, </a:t>
            </a:r>
            <a:r>
              <a:rPr sz="2400" dirty="0" err="1"/>
              <a:t>StartApplication</a:t>
            </a:r>
            <a:r>
              <a:rPr sz="2400" dirty="0"/>
              <a:t>, </a:t>
            </a:r>
            <a:r>
              <a:rPr sz="2400" dirty="0" err="1"/>
              <a:t>StopApplication</a:t>
            </a:r>
            <a:r>
              <a:rPr sz="2400" dirty="0"/>
              <a:t>, and </a:t>
            </a:r>
            <a:r>
              <a:rPr sz="2400" dirty="0" err="1"/>
              <a:t>DeleteApplication</a:t>
            </a:r>
            <a:r>
              <a:rPr sz="2400" dirty="0"/>
              <a:t> may be required.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Deleting unused applications is important for avoiding unnecessary charges.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Security includes S3 encryption at rest, TLS in transit, local-disk encryption, encrypted Spark communication, and TLS for Hive communication with the Glue </a:t>
            </a:r>
            <a:r>
              <a:rPr sz="2400" dirty="0" err="1"/>
              <a:t>Metastore</a:t>
            </a:r>
            <a:r>
              <a:rPr sz="2400" dirty="0"/>
              <a:t>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S3 policies can require HTTPS using the </a:t>
            </a:r>
            <a:r>
              <a:rPr sz="2400" dirty="0" err="1"/>
              <a:t>aws:SecureTransport</a:t>
            </a:r>
            <a:r>
              <a:rPr sz="2400" dirty="0"/>
              <a:t> condition.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1F3754"/>
                </a:solidFill>
                <a:latin typeface="Aptos"/>
              </a:rPr>
              <a:t>week 4</a:t>
            </a:r>
            <a:r>
              <a:rPr sz="2400" b="1" dirty="0">
                <a:solidFill>
                  <a:srgbClr val="1F3754"/>
                </a:solidFill>
                <a:latin typeface="Aptos"/>
              </a:rPr>
              <a:t> – Part 2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2 |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Amazon EMR provides a managed environment for big-data frameworks such as Hadoop and Spark.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Master nodes manage the cluster, core nodes process and store HDFS data, and task nodes provide processing without storing HDFS data.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EMR integrates with EC2, VPC, S3, CloudWatch, IAM, CloudTrail, and other AWS services.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Storage choices include HDFS, EMRFS with S3, local storage, and EBS.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EMR supports temporary and long-running clusters with flexible scaling and different cost strategies.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EMR Serverless automatically manages capacity for supported runtimes while users submit jobs and configure worker requirements.</a:t>
            </a:r>
          </a:p>
          <a:p>
            <a:pPr>
              <a:spcAft>
                <a:spcPts val="8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The course also introduces EMR on EKS, which allows Spark jobs to run on Amazon EKS without provisioning separate EMR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</TotalTime>
  <Words>1070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rushikesh nayak</cp:lastModifiedBy>
  <cp:revision>1</cp:revision>
  <dcterms:created xsi:type="dcterms:W3CDTF">2013-01-27T09:14:16Z</dcterms:created>
  <dcterms:modified xsi:type="dcterms:W3CDTF">2026-10-06T21:01:23Z</dcterms:modified>
  <cp:category/>
</cp:coreProperties>
</file>